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93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70" r:id="rId16"/>
    <p:sldId id="282" r:id="rId17"/>
    <p:sldId id="283" r:id="rId18"/>
    <p:sldId id="284" r:id="rId19"/>
    <p:sldId id="285" r:id="rId20"/>
    <p:sldId id="286" r:id="rId21"/>
    <p:sldId id="288" r:id="rId22"/>
    <p:sldId id="289" r:id="rId23"/>
    <p:sldId id="290" r:id="rId24"/>
    <p:sldId id="291" r:id="rId25"/>
    <p:sldId id="292" r:id="rId26"/>
    <p:sldId id="280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8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6423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7F989-4E30-9521-80CC-92C22F35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938C4-CE23-D612-5C07-7C7FC91F3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2B7BD-C080-C96C-1512-17B45D412C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48DBB-3AC6-ECA9-EA91-F92E4217CE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1235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5E900-09D3-488D-07AE-64BE60B89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D8EACD-ED99-3ECD-7939-52A48F8F97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A091D-E292-BAE2-84E1-9FD0A8529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28623-2424-9DE5-D1CF-449C51217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8717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685800"/>
            <a:ext cx="5486400" cy="548640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606040"/>
            <a:ext cx="1645920" cy="1645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5120640"/>
            <a:ext cx="1371600" cy="1371600"/>
          </a:xfrm>
          <a:prstGeom prst="ellipse">
            <a:avLst/>
          </a:prstGeom>
          <a:ln w="3175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7818120" y="411480"/>
            <a:ext cx="457200" cy="457200"/>
          </a:xfrm>
          <a:prstGeom prst="ellipse">
            <a:avLst/>
          </a:prstGeom>
          <a:solidFill>
            <a:srgbClr val="3C3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822960" y="822960"/>
            <a:ext cx="320040" cy="320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600" dirty="0">
                <a:solidFill>
                  <a:srgbClr val="FFD4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매뉴얼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59" y="2606040"/>
            <a:ext cx="905788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이마트</a:t>
            </a:r>
            <a:endParaRPr lang="en-US" sz="4400" dirty="0"/>
          </a:p>
          <a:p>
            <a:pPr marL="0" indent="0">
              <a:lnSpc>
                <a:spcPct val="115000"/>
              </a:lnSpc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설치 매뉴얼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822960" y="49834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· 계산대미디어  |  단계별 설치 가이드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개요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매체당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8단계로 설치 진행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12280" y="3200400"/>
            <a:ext cx="4639914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매체당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8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1~2대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내부 1대 + (</a:t>
            </a:r>
            <a:r>
              <a:rPr lang="en-US" sz="18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외부 1대)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방법은 동선스크린과 동일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F4261-ED1A-D8CE-39EC-0EEB506A6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D0B6D29-99CA-5122-7A3A-F0779C9F73A7}"/>
              </a:ext>
            </a:extLst>
          </p:cNvPr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828EF3B-F1F6-58C0-2B6E-D1643CDDD29F}"/>
              </a:ext>
            </a:extLst>
          </p:cNvPr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전 자재 확인</a:t>
            </a:r>
            <a:endParaRPr lang="en-US" sz="3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A5C8BEF-4020-6A2D-ECFE-5E1E48DB2CBE}"/>
              </a:ext>
            </a:extLst>
          </p:cNvPr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DD3C4D3-AAEF-F454-5425-275B841630B5}"/>
              </a:ext>
            </a:extLst>
          </p:cNvPr>
          <p:cNvSpPr/>
          <p:nvPr/>
        </p:nvSpPr>
        <p:spPr>
          <a:xfrm>
            <a:off x="890452" y="1876697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 카메라</a:t>
            </a:r>
            <a:endParaRPr lang="en-US" altLang="ko-KR" sz="1800" dirty="0">
              <a:solidFill>
                <a:srgbClr val="222222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altLang="ko-KR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USB</a:t>
            </a: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어댑터</a:t>
            </a:r>
            <a:endParaRPr lang="en-US" altLang="ko-KR" sz="1800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altLang="ko-KR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3M</a:t>
            </a:r>
            <a:r>
              <a:rPr lang="ko-KR" altLang="en-US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테이프</a:t>
            </a:r>
            <a:endParaRPr lang="en-US" altLang="ko-KR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멀티탭</a:t>
            </a:r>
            <a:endParaRPr lang="en-US" altLang="ko-KR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페인트 마커</a:t>
            </a:r>
            <a:endParaRPr lang="en-US" altLang="ko-KR" sz="1800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쪽가위</a:t>
            </a:r>
            <a:endParaRPr lang="en-US" altLang="ko-KR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sz="18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케이블타이</a:t>
            </a:r>
            <a:endParaRPr lang="en-US" altLang="ko-KR" sz="1800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endParaRPr lang="en-US" sz="1800" dirty="0"/>
          </a:p>
          <a:p>
            <a:pPr>
              <a:spcAft>
                <a:spcPts val="1200"/>
              </a:spcAft>
              <a:buSzPct val="100000"/>
            </a:pPr>
            <a:endParaRPr lang="en-US" sz="18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2672849-0930-0CC5-D4FA-5F1A31963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645920"/>
            <a:ext cx="4206240" cy="221136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707DD25-F425-E8FE-1660-A50E04D960EF}"/>
              </a:ext>
            </a:extLst>
          </p:cNvPr>
          <p:cNvSpPr txBox="1"/>
          <p:nvPr/>
        </p:nvSpPr>
        <p:spPr>
          <a:xfrm>
            <a:off x="6400800" y="4131609"/>
            <a:ext cx="5239512" cy="548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주목도 분석용 카메라에 </a:t>
            </a:r>
            <a:r>
              <a:rPr lang="en-US" altLang="ko-KR" dirty="0"/>
              <a:t>3M</a:t>
            </a:r>
            <a:r>
              <a:rPr lang="ko-KR" altLang="en-US" dirty="0"/>
              <a:t>테이프 부착 위치입니다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133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</a:t>
            </a: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매체당</a:t>
            </a: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1대를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</a:t>
            </a: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8단계 순서에 따라 진행해 주세요.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04266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1783080"/>
            <a:ext cx="2916936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136392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136392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작업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3163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783080"/>
            <a:ext cx="2916936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23076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323076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카메라의 USB 단자를 셋톱박스의 USB 포트에 연결합니다.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694737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3"/>
          <a:srcRect l="31070" r="30686" b="6274"/>
          <a:stretch>
            <a:fillRect/>
          </a:stretch>
        </p:blipFill>
        <p:spPr>
          <a:xfrm>
            <a:off x="1335024" y="1783080"/>
            <a:ext cx="2694629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70448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셋톱박스</a:t>
            </a:r>
            <a:r>
              <a:rPr lang="en-US" altLang="ko-KR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리모컨 </a:t>
            </a:r>
            <a:r>
              <a:rPr lang="ko-KR" alt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페어링</a:t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  <a:r>
              <a:rPr 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리모컨으로</a:t>
            </a:r>
            <a:r>
              <a:rPr 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히든키(되감기 0407)를 입력하면 ON AD 셋톱박스 설정 페이지가 열립니다.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</a:t>
            </a:r>
            <a:r>
              <a:rPr lang="en-US" altLang="ko-KR" sz="13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en-US" sz="13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</a:t>
            </a:r>
            <a:r>
              <a:rPr lang="en-US" sz="1300" dirty="0" err="1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모드</a:t>
            </a:r>
            <a:r>
              <a:rPr lang="en-US" sz="13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]의 [변경] 버튼을 누릅니다.</a:t>
            </a:r>
            <a:endParaRPr lang="en-US" sz="17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21499" y="1783079"/>
            <a:ext cx="6334924" cy="3886201"/>
            <a:chOff x="4521499" y="1783079"/>
            <a:chExt cx="6334924" cy="3886201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5963717" cy="36576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17136" y="1783080"/>
              <a:ext cx="5964040" cy="36576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설정 페이지</a:t>
              </a:r>
              <a:endParaRPr lang="en-US" sz="1100" dirty="0"/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CB567CDA-BEC8-E053-33E2-D3BD47934EAE}"/>
                </a:ext>
              </a:extLst>
            </p:cNvPr>
            <p:cNvSpPr/>
            <p:nvPr/>
          </p:nvSpPr>
          <p:spPr>
            <a:xfrm>
              <a:off x="9457048" y="1783080"/>
              <a:ext cx="688489" cy="275396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28816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15144" y="3979329"/>
            <a:ext cx="641981" cy="1858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32038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125812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1" name="badge901"/>
          <p:cNvSpPr/>
          <p:nvPr/>
        </p:nvSpPr>
        <p:spPr>
          <a:xfrm>
            <a:off x="1577984" y="384216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02" name="badge902"/>
          <p:cNvSpPr/>
          <p:nvPr/>
        </p:nvSpPr>
        <p:spPr>
          <a:xfrm>
            <a:off x="1594878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03" name="badge903"/>
          <p:cNvSpPr/>
          <p:nvPr/>
        </p:nvSpPr>
        <p:spPr>
          <a:xfrm>
            <a:off x="2988652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90" name="legend"/>
          <p:cNvSpPr/>
          <p:nvPr/>
        </p:nvSpPr>
        <p:spPr>
          <a:xfrm>
            <a:off x="1335024" y="5522976"/>
            <a:ext cx="82296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50" b="1" dirty="0">
                <a:solidFill>
                  <a:srgbClr val="FF0000"/>
                </a:solidFill>
                <a:latin typeface="Pretendard"/>
                <a:ea typeface="Pretendard"/>
              </a:rPr>
              <a:t>➊ 되감기 버튼</a:t>
            </a:r>
            <a:r>
              <a:rPr lang="ko-KR" sz="1250" dirty="0">
                <a:latin typeface="Pretendard"/>
                <a:ea typeface="Pretendard"/>
              </a:rPr>
              <a:t>     </a:t>
            </a:r>
            <a:r>
              <a:rPr lang="ko-KR" sz="1250" b="1" dirty="0">
                <a:solidFill>
                  <a:srgbClr val="2E9E4F"/>
                </a:solidFill>
                <a:latin typeface="Pretendard"/>
                <a:ea typeface="Pretendard"/>
              </a:rPr>
              <a:t>➋ 페어링 버튼 (양쪽 동시 입력)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① — AI 모드 변경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501574" y="1783080"/>
            <a:ext cx="718580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574" y="1783080"/>
            <a:ext cx="718580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 [성별/연령 분석]을 [통행량 + 성별/연령 분석]으로 변경한 뒤 [적용]을 누릅니다.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6636" y="2162429"/>
              <a:ext cx="5479946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6636" y="2162429"/>
              <a:ext cx="5479946" cy="31275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[AI 카메라 설정]의 [설정진행하기]를 누른 뒤, 화각 확인 1에서 [</a:t>
            </a:r>
            <a:r>
              <a:rPr lang="en-US" sz="1700" dirty="0" err="1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r>
              <a:rPr lang="en-US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032" y="1865248"/>
            <a:ext cx="5667529" cy="3476782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3A56F8E-BB86-C65F-F8B4-AEF7671B1E86}"/>
              </a:ext>
            </a:extLst>
          </p:cNvPr>
          <p:cNvSpPr/>
          <p:nvPr/>
        </p:nvSpPr>
        <p:spPr>
          <a:xfrm>
            <a:off x="5067036" y="2146889"/>
            <a:ext cx="654453" cy="246573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Pretendard" panose="02030600000101010101" pitchFamily="18" charset="-127"/>
              <a:ea typeface="Pretendard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096000" y="1738653"/>
            <a:ext cx="5727118" cy="3363033"/>
            <a:chOff x="2692183" y="1744218"/>
            <a:chExt cx="6790870" cy="3925062"/>
          </a:xfrm>
        </p:grpSpPr>
        <p:sp>
          <p:nvSpPr>
            <p:cNvPr id="8" name="Shape 6"/>
            <p:cNvSpPr/>
            <p:nvPr/>
          </p:nvSpPr>
          <p:spPr>
            <a:xfrm>
              <a:off x="2705899" y="1783080"/>
              <a:ext cx="6777154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183" y="1744218"/>
              <a:ext cx="6777154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12607" y="4930901"/>
              <a:ext cx="372743" cy="607749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2에서 [</a:t>
            </a:r>
            <a:r>
              <a:rPr lang="en-US" altLang="ko-KR" sz="1700" dirty="0" err="1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확인 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(빨간 네모 위치)에 카메라를 부착하면 화면 정가운데쯤에 위치하게 됩니다.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70902" y="2162429"/>
              <a:ext cx="5401414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70902" y="2162429"/>
              <a:ext cx="5401414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부착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테이프를 활용하여 위에서 확인한 위치(TV 밑면 가운데)에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카메라를 부착합니다.</a:t>
            </a:r>
            <a:endParaRPr lang="en-US" sz="17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서버 통신 테스트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의 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테스트 진행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입력 후 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적용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</a:rPr>
              <a:t>● </a:t>
            </a:r>
            <a:r>
              <a:rPr lang="ko-KR" altLang="en-US" sz="1700" dirty="0">
                <a:latin typeface="Pretendard" pitchFamily="34" charset="0"/>
                <a:ea typeface="Pretendard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78" y="1828800"/>
            <a:ext cx="5667529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397DF38-B434-13CF-81B5-7D974E9E42DF}"/>
              </a:ext>
            </a:extLst>
          </p:cNvPr>
          <p:cNvSpPr/>
          <p:nvPr/>
        </p:nvSpPr>
        <p:spPr>
          <a:xfrm>
            <a:off x="5519882" y="2903732"/>
            <a:ext cx="654453" cy="314650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D8017631-0AE3-2026-21DC-CD5DAB6B21A0}"/>
              </a:ext>
            </a:extLst>
          </p:cNvPr>
          <p:cNvSpPr/>
          <p:nvPr/>
        </p:nvSpPr>
        <p:spPr>
          <a:xfrm>
            <a:off x="5672282" y="4542083"/>
            <a:ext cx="502053" cy="248195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534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1838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660777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10031838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402122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LED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가리기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AI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방법은 동선스크린과 동일하며, 매체당 카메라 2대를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(매장 내부 1대 · 매장 외부 1대)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6×1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매체 구성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642616" y="1783080"/>
            <a:ext cx="69128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1783080"/>
            <a:ext cx="691286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계산대미디어는 모니터 6대가 가로로 연결된 6×1 구성의 매체입니다. 매장 내부·외부를 바라보는 카메라 설치 위치는 추후 도면으로 전달 예정입니다.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19" y="1188720"/>
            <a:ext cx="43608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83780" y="1143000"/>
            <a:ext cx="2880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780" y="1143000"/>
            <a:ext cx="2880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83780" y="1143000"/>
            <a:ext cx="2880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780" y="1143000"/>
            <a:ext cx="2880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10712" y="1783080"/>
            <a:ext cx="2185416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743" y="1783080"/>
            <a:ext cx="2809385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94524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294523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위에서 내리기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01968" y="1783080"/>
            <a:ext cx="2185416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7" y="1783080"/>
            <a:ext cx="2742329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69340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69340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아래에서 받기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카메라를 모니터 사이 틈으로 위에서 내리고 아래에서 받아 전달한 뒤,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카메라의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USB 단자를 셋톱박스의 USB 포트에 연결합니다.</a:t>
            </a:r>
            <a:endParaRPr lang="en-US" sz="17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3676A6B-AB51-59BB-0CBC-4EAC41BBE053}"/>
              </a:ext>
            </a:extLst>
          </p:cNvPr>
          <p:cNvSpPr/>
          <p:nvPr/>
        </p:nvSpPr>
        <p:spPr>
          <a:xfrm>
            <a:off x="3870444" y="3111130"/>
            <a:ext cx="945396" cy="32918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C619F4C-39D1-8CB6-C4A1-BBF13C27DA1D}"/>
              </a:ext>
            </a:extLst>
          </p:cNvPr>
          <p:cNvSpPr/>
          <p:nvPr/>
        </p:nvSpPr>
        <p:spPr>
          <a:xfrm>
            <a:off x="7855131" y="2917371"/>
            <a:ext cx="435430" cy="6705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694737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2"/>
          <a:srcRect l="31070" r="30686" b="6274"/>
          <a:stretch>
            <a:fillRect/>
          </a:stretch>
        </p:blipFill>
        <p:spPr>
          <a:xfrm>
            <a:off x="1335024" y="1783080"/>
            <a:ext cx="2694629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70448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셋톱박스</a:t>
            </a:r>
            <a:r>
              <a:rPr lang="en-US" altLang="ko-KR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리모컨 </a:t>
            </a:r>
            <a:r>
              <a:rPr lang="ko-KR" alt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페어링</a:t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  <a:r>
              <a:rPr 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리모컨으로</a:t>
            </a:r>
            <a:r>
              <a:rPr 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히든키(되감기 0407)를 입력하면 ON AD 셋톱박스 설정 페이지가 열립니다.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</a:t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</a:t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모드</a:t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</a:t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</a:t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성별</a:t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연령 분석</a:t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</a:t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되어있는지 확인 </a:t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합니다</a:t>
            </a:r>
            <a:r>
              <a:rPr lang="en-US" altLang="ko-KR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</a:t>
            </a:r>
            <a:r>
              <a:rPr lang="en-US" altLang="ko-KR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동선매체처럼 변경 불필요</a:t>
            </a:r>
            <a:r>
              <a:rPr lang="en-US" altLang="ko-KR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 설정으로 문구만 확인 후 다음 단계로</a:t>
            </a:r>
            <a:r>
              <a:rPr lang="en-US" altLang="ko-KR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sz="1700" b="1" dirty="0">
              <a:solidFill>
                <a:srgbClr val="FF0000"/>
              </a:solidFill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17136" y="1783080"/>
            <a:ext cx="5968080" cy="3657600"/>
            <a:chOff x="4517136" y="1783080"/>
            <a:chExt cx="5968080" cy="3657600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5963717" cy="36576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17136" y="1783080"/>
              <a:ext cx="5964040" cy="36576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설정 페이지</a:t>
              </a:r>
              <a:endParaRPr lang="en-US" sz="11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28816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15144" y="3979329"/>
            <a:ext cx="641981" cy="1858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32038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125812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1" name="badge901"/>
          <p:cNvSpPr/>
          <p:nvPr/>
        </p:nvSpPr>
        <p:spPr>
          <a:xfrm>
            <a:off x="1577984" y="384216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02" name="badge902"/>
          <p:cNvSpPr/>
          <p:nvPr/>
        </p:nvSpPr>
        <p:spPr>
          <a:xfrm>
            <a:off x="1594878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03" name="badge903"/>
          <p:cNvSpPr/>
          <p:nvPr/>
        </p:nvSpPr>
        <p:spPr>
          <a:xfrm>
            <a:off x="2988652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90" name="legend"/>
          <p:cNvSpPr/>
          <p:nvPr/>
        </p:nvSpPr>
        <p:spPr>
          <a:xfrm>
            <a:off x="1335024" y="5522976"/>
            <a:ext cx="82296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50" b="1" dirty="0">
                <a:solidFill>
                  <a:srgbClr val="FF0000"/>
                </a:solidFill>
                <a:latin typeface="Pretendard"/>
                <a:ea typeface="Pretendard"/>
              </a:rPr>
              <a:t>➊ 되감기 버튼</a:t>
            </a:r>
            <a:r>
              <a:rPr lang="ko-KR" sz="1250" dirty="0">
                <a:latin typeface="Pretendard"/>
                <a:ea typeface="Pretendard"/>
              </a:rPr>
              <a:t>     </a:t>
            </a:r>
            <a:r>
              <a:rPr lang="ko-KR" sz="1250" b="1" dirty="0">
                <a:solidFill>
                  <a:srgbClr val="2E9E4F"/>
                </a:solidFill>
                <a:latin typeface="Pretendard"/>
                <a:ea typeface="Pretendard"/>
              </a:rPr>
              <a:t>➋ 페어링 버튼 (양쪽 동시 입력)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6636" y="2162429"/>
              <a:ext cx="5479946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6636" y="2162429"/>
              <a:ext cx="5479946" cy="31275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[AI 카메라 설정]의 [설정진행하기]를 누른 뒤, 화각 확인 1에서 [</a:t>
            </a:r>
            <a:r>
              <a:rPr lang="en-US" sz="1700" dirty="0" err="1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r>
              <a:rPr lang="en-US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032" y="1865248"/>
            <a:ext cx="5667529" cy="3476782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3A56F8E-BB86-C65F-F8B4-AEF7671B1E86}"/>
              </a:ext>
            </a:extLst>
          </p:cNvPr>
          <p:cNvSpPr/>
          <p:nvPr/>
        </p:nvSpPr>
        <p:spPr>
          <a:xfrm>
            <a:off x="5067036" y="2146889"/>
            <a:ext cx="654453" cy="246573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Pretendard" panose="02030600000101010101" pitchFamily="18" charset="-127"/>
              <a:ea typeface="Pretendard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096000" y="1738653"/>
            <a:ext cx="5727118" cy="3363033"/>
            <a:chOff x="2692183" y="1744218"/>
            <a:chExt cx="6790870" cy="3925062"/>
          </a:xfrm>
        </p:grpSpPr>
        <p:sp>
          <p:nvSpPr>
            <p:cNvPr id="8" name="Shape 6"/>
            <p:cNvSpPr/>
            <p:nvPr/>
          </p:nvSpPr>
          <p:spPr>
            <a:xfrm>
              <a:off x="2705899" y="1783080"/>
              <a:ext cx="6777154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92183" y="1744218"/>
              <a:ext cx="6777154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12607" y="4930901"/>
              <a:ext cx="372743" cy="607749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2에서 [</a:t>
            </a:r>
            <a:r>
              <a:rPr lang="en-US" altLang="ko-KR" sz="1700" dirty="0" err="1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확인 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(빨간 네모 위치)에 카메라를 부착하면 화면 정가운데쯤에 위치하게 됩니다.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70902" y="2162429"/>
              <a:ext cx="5401414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70902" y="2162429"/>
              <a:ext cx="5401414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부착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테이프를 활용하여 위에서 확인한 위치(TV 밑면 가운데)에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카메라를 부착합니다.</a:t>
            </a:r>
            <a:endParaRPr lang="en-US" sz="17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서버 통신 테스트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의 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테스트 진행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입력 후 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적용</a:t>
            </a:r>
            <a:r>
              <a:rPr lang="en-US" altLang="ko-KR" sz="1700" dirty="0" b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</a:rPr>
              <a:t>● </a:t>
            </a:r>
            <a:r>
              <a:rPr lang="ko-KR" altLang="en-US" sz="1700" dirty="0">
                <a:latin typeface="Pretendard" pitchFamily="34" charset="0"/>
                <a:ea typeface="Pretendard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878" y="1828800"/>
            <a:ext cx="5667529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397DF38-B434-13CF-81B5-7D974E9E42DF}"/>
              </a:ext>
            </a:extLst>
          </p:cNvPr>
          <p:cNvSpPr/>
          <p:nvPr/>
        </p:nvSpPr>
        <p:spPr>
          <a:xfrm>
            <a:off x="5519882" y="2903732"/>
            <a:ext cx="654453" cy="314650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D8017631-0AE3-2026-21DC-CD5DAB6B21A0}"/>
              </a:ext>
            </a:extLst>
          </p:cNvPr>
          <p:cNvSpPr/>
          <p:nvPr/>
        </p:nvSpPr>
        <p:spPr>
          <a:xfrm>
            <a:off x="5672282" y="4542083"/>
            <a:ext cx="502053" cy="248195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534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1838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660777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10031838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402122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LED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가리기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-1554480"/>
            <a:ext cx="3291840" cy="329184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1521440" y="6035040"/>
            <a:ext cx="1463040" cy="1463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완료 확인 사항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179222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분배기 전원부가 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USB 어댑터를 통해 콘센트에 연결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되어 있는가?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48716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43230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카메라의 USB 단자가 셋톱박스에 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정상적으로 연결되어 있는가?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318211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3127248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</a:t>
            </a:r>
            <a:r>
              <a:rPr lang="en-US" sz="1700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모드가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 </a:t>
            </a:r>
            <a:r>
              <a:rPr lang="en-US" altLang="ko-KR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en-US" sz="1700" b="1" dirty="0" err="1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통행량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+ 성별/</a:t>
            </a:r>
            <a:r>
              <a:rPr lang="en-US" sz="1700" b="1" dirty="0" err="1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연령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 err="1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, [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 </a:t>
            </a:r>
            <a:r>
              <a:rPr lang="en-US" altLang="ko-KR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성별</a:t>
            </a:r>
            <a:r>
              <a:rPr lang="en-US" altLang="ko-KR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연령 분석</a:t>
            </a:r>
            <a:r>
              <a:rPr lang="en-US" altLang="ko-KR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</a:t>
            </a:r>
            <a:r>
              <a:rPr lang="en-US" sz="1700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</a:t>
            </a:r>
            <a:r>
              <a:rPr lang="en-US" sz="1700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되어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있는가?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3877056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2296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17320" y="3822192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도면에 표시된 방향</a:t>
            </a:r>
            <a:r>
              <a:rPr lang="ko-KR" alt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카메라가 설치 되었는가</a:t>
            </a:r>
            <a:r>
              <a:rPr lang="en-US" altLang="ko-KR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4517136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보호 필름 제거 후 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 LED 부분을 페인트 마커로 칠했는가?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22960" y="526694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22960" y="5266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521208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케이블이 외부에 노출되지 않도록 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정리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되어 있는가?</a:t>
            </a:r>
            <a:endParaRPr lang="en-US" sz="1700" dirty="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E5A16DF4-90E3-2E0E-48D9-C69AD1D9684F}"/>
              </a:ext>
            </a:extLst>
          </p:cNvPr>
          <p:cNvSpPr/>
          <p:nvPr/>
        </p:nvSpPr>
        <p:spPr>
          <a:xfrm>
            <a:off x="1417320" y="5842661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설치된 카메라의 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완료 사진</a:t>
            </a:r>
            <a:r>
              <a:rPr lang="ko-KR" alt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찍었는가</a:t>
            </a:r>
            <a:r>
              <a:rPr lang="en-US" altLang="ko-KR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?</a:t>
            </a:r>
            <a:endParaRPr lang="en-US" sz="1700" dirty="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AB41BD97-4D6E-018C-0882-838650D8A6BA}"/>
              </a:ext>
            </a:extLst>
          </p:cNvPr>
          <p:cNvSpPr/>
          <p:nvPr/>
        </p:nvSpPr>
        <p:spPr>
          <a:xfrm>
            <a:off x="822960" y="5906669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19">
            <a:extLst>
              <a:ext uri="{FF2B5EF4-FFF2-40B4-BE49-F238E27FC236}">
                <a16:creationId xmlns:a16="http://schemas.microsoft.com/office/drawing/2014/main" id="{B825C760-390D-76E2-AB95-191EC00B084D}"/>
              </a:ext>
            </a:extLst>
          </p:cNvPr>
          <p:cNvSpPr/>
          <p:nvPr/>
        </p:nvSpPr>
        <p:spPr>
          <a:xfrm>
            <a:off x="822960" y="59066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 panose="020F0502020204030204"/>
        <a:ea typeface="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Pretendard" panose="02110004020202020204"/>
        <a:ea typeface="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 panose="02110004020202020204"/>
        <a:ea typeface="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1189</Words>
  <Application>Microsoft Office PowerPoint</Application>
  <PresentationFormat>와이드스크린</PresentationFormat>
  <Paragraphs>217</Paragraphs>
  <Slides>26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Malgun Gothic</vt:lpstr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민우 김</cp:lastModifiedBy>
  <cp:revision>14</cp:revision>
  <dcterms:created xsi:type="dcterms:W3CDTF">2026-08-13T00:07:24Z</dcterms:created>
  <dcterms:modified xsi:type="dcterms:W3CDTF">2026-08-13T01:55:12Z</dcterms:modified>
</cp:coreProperties>
</file>