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FFD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353312"/>
            <a:ext cx="585216" cy="5852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이마트 AI 카메라 설치 매뉴얼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개요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9단계로 설치 진행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9단계 순서에 따라 진행해 주세요.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pic>
        <p:nvPicPr>
          <p:cNvPr id="8" name="Image 0" descr="/tmp/claude-0/-home-user-ars/e10980de-cf93-514e-8d8f-658883089fc8/scratchpad/photos/a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680210"/>
            <a:ext cx="5394960" cy="4046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1900" dirty="0"/>
          </a:p>
        </p:txBody>
      </p:sp>
      <p:pic>
        <p:nvPicPr>
          <p:cNvPr id="8" name="Image 0" descr="/tmp/claude-0/-home-user-ars/e10980de-cf93-514e-8d8f-658883089fc8/scratchpad/photos/a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a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2666" y="1783080"/>
            <a:ext cx="291465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13410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313410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100" dirty="0"/>
          </a:p>
        </p:txBody>
      </p:sp>
      <p:pic>
        <p:nvPicPr>
          <p:cNvPr id="10" name="Image 1" descr="/tmp/claude-0/-home-user-ars/e10980de-cf93-514e-8d8f-658883089fc8/scratchpad/photos/a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783080"/>
            <a:ext cx="2914650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 ① — 히든키 입력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b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2529" y="1783080"/>
            <a:ext cx="291465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pic>
        <p:nvPicPr>
          <p:cNvPr id="10" name="Image 1" descr="/tmp/claude-0/-home-user-ars/e10980de-cf93-514e-8d8f-658883089fc8/scratchpad/photos/b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499" y="1783080"/>
            <a:ext cx="6334924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1293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6129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 히든키(되감기 0407)를 입력하면 ON AD 셋톱박스 설정 페이지가 열립니다. AI 모드의 [변경] 버튼을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 ① — AI 모드 변경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b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 ② — 화각 확인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b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2162429"/>
            <a:ext cx="5479946" cy="312750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8076" y="2253869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608076" y="2253869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</a:t>
            </a:r>
            <a:endParaRPr lang="en-US" sz="1100" dirty="0"/>
          </a:p>
        </p:txBody>
      </p:sp>
      <p:pic>
        <p:nvPicPr>
          <p:cNvPr id="10" name="Image 1" descr="/tmp/claude-0/-home-user-ars/e10980de-cf93-514e-8d8f-658883089fc8/scratchpad/photos/b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902" y="2162429"/>
            <a:ext cx="5401414" cy="312750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362342" y="2253869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6362342" y="2253869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[다음], 화각 확인 2에서 [다음]을 누르면 카메라 시점 화면(Step 3)이 나옵니다. 부착 위치 확인은 다음 단계에서 진행합니다.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 — 위치 확인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b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5899" y="1783080"/>
            <a:ext cx="6777154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369321" y="5280660"/>
            <a:ext cx="372743" cy="34975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화면에서 '카메라 화면을 보며 카메라의 각도를 변경해 주세요' 문구 중 '세요' 글자 바로 아래(빨간 네모 위치)에 카메라를 부착하면 화면 정가운데쯤에 위치하게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pic>
        <p:nvPicPr>
          <p:cNvPr id="10" name="Image 1" descr="/tmp/claude-0/-home-user-ars/e10980de-cf93-514e-8d8f-658883089fc8/scratchpad/photos/b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AI 카메라를 부착합니다.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685800" cy="6858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822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LED 가리기</a:t>
            </a:r>
            <a:endParaRPr lang="en-US" sz="2400" dirty="0"/>
          </a:p>
        </p:txBody>
      </p:sp>
      <p:pic>
        <p:nvPicPr>
          <p:cNvPr id="7" name="Image 0" descr="/tmp/claude-0/-home-user-ars/e10980de-cf93-514e-8d8f-658883089fc8/scratchpad/photos/b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pic>
        <p:nvPicPr>
          <p:cNvPr id="10" name="Image 1" descr="/tmp/claude-0/-home-user-ars/e10980de-cf93-514e-8d8f-658883089fc8/scratchpad/photos/c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칠합니다.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0080" y="6355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마커 사용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9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 ① 모드 변경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히든키를 입력해 설정 페이지에서 AI 모드를 변경합니다.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히든키 입력 (되감기 0407)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모드의 [변경] 버튼 선택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[통행량 + 성별/연령 분석] 선택 후 [적용]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 ② 화각 확인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설정을 진행하며 화각을 확인합니다.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 선택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 → [다음]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 → [다음]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11149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5065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화면(Step 3) 확인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화면에서 부착 위치('…변경해 주세요'의 '세요' 글자 아래)를 확인한 뒤, 3M 테이프로 TV 밑면 가운데에 부착합니다.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LED 가리기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페인트 마커로 칠합니다.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필수! 일반 매직(유성펜)은 사용 불가, 반드시 페인트 마커를 사용합니다.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262872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9 / 9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 확인 사항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모드가 [통행량 + 성별/연령 분석]으로 변경되어 있는가?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후 카메라가 화면 정가운데 위치('세요' 글자 아래)에 부착되어 있는가?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필름 제거 후 카메라 LED 부분을 페인트 마커로 칠했는가?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59618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590702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2026-08-13T00:01:11Z</dcterms:created>
  <dcterms:modified xsi:type="dcterms:W3CDTF">2026-08-13T00:01:11Z</dcterms:modified>
</cp:coreProperties>
</file>