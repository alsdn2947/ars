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53312"/>
            <a:ext cx="585216" cy="5852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 AI 카메라 설치 매뉴얼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7단계로 설치 진행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각 단계 페이지의 사진 칸에 현장 사진을 넣어 활용해 주세요.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7단계 순서에 따라 진행해 주세요.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확인 사항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85623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7830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63347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560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4107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3375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카메라가 TV 밑면 가운데 위치에 단단히 부착되어 있는가?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418795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4114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설정(화각 확인 · 서버 통신 테스트)이 완료되어 있는가?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496519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8920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574243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742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56692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2026-08-11T23:09:58Z</dcterms:created>
  <dcterms:modified xsi:type="dcterms:W3CDTF">2026-08-11T23:09:58Z</dcterms:modified>
</cp:coreProperties>
</file>