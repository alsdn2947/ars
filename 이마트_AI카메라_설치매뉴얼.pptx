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media/image4.jpg" ContentType="image/jpg"/>
  <Override PartName="/ppt/notesSlides/notesSlide6.xml" ContentType="application/vnd.openxmlformats-officedocument.presentationml.notesSlide+xml"/>
  <Override PartName="/ppt/media/image5.jpg" ContentType="image/jpg"/>
  <Override PartName="/ppt/notesSlides/notesSlide7.xml" ContentType="application/vnd.openxmlformats-officedocument.presentationml.notesSlide+xml"/>
  <Override PartName="/ppt/media/image6.jpg" ContentType="image/jpg"/>
  <Override PartName="/ppt/notesSlides/notesSlide8.xml" ContentType="application/vnd.openxmlformats-officedocument.presentationml.notesSlide+xml"/>
  <Override PartName="/ppt/media/image7.jpg" ContentType="image/jpg"/>
  <Override PartName="/ppt/media/image8.jpg" ContentType="image/jpg"/>
  <Override PartName="/ppt/notesSlides/notesSlide9.xml" ContentType="application/vnd.openxmlformats-officedocument.presentationml.notesSlide+xml"/>
  <Override PartName="/ppt/media/image9.jpg" ContentType="image/jpg"/>
  <Override PartName="/ppt/notesSlides/notesSlide10.xml" ContentType="application/vnd.openxmlformats-officedocument.presentationml.notesSlide+xml"/>
  <Override PartName="/ppt/media/image10.jpg" ContentType="image/jpg"/>
  <Override PartName="/ppt/notesSlides/notesSlide11.xml" ContentType="application/vnd.openxmlformats-officedocument.presentationml.notesSlide+xml"/>
  <Override PartName="/ppt/media/image11.jpg" ContentType="image/jpg"/>
  <Override PartName="/ppt/media/image12.jpg" ContentType="image/jpg"/>
  <Override PartName="/ppt/notesSlides/notesSlide12.xml" ContentType="application/vnd.openxmlformats-officedocument.presentationml.notesSlide+xml"/>
  <Override PartName="/ppt/media/image13.jpg" ContentType="image/jpg"/>
  <Override PartName="/ppt/media/image14.jpg" ContentType="image/jpg"/>
  <Override PartName="/ppt/media/image15.jpg" ContentType="image/jpg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media/image18.jpg" ContentType="image/jpg"/>
  <Override PartName="/ppt/media/image19.jpg" ContentType="image/jpg"/>
  <Override PartName="/ppt/notesSlides/notesSlide15.xml" ContentType="application/vnd.openxmlformats-officedocument.presentationml.notesSlide+xml"/>
  <Override PartName="/ppt/media/image20.jpg" ContentType="image/jpg"/>
  <Override PartName="/ppt/media/image21.jpg" ContentType="image/jpg"/>
  <Override PartName="/ppt/media/image22.jpg" ContentType="image/jpg"/>
  <Override PartName="/ppt/media/image23.jpg" ContentType="image/jpg"/>
  <Override PartName="/ppt/media/image24.jpg" ContentType="image/jpg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93" r:id="rId4"/>
    <p:sldId id="258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81" r:id="rId15"/>
    <p:sldId id="270" r:id="rId16"/>
    <p:sldId id="282" r:id="rId17"/>
    <p:sldId id="283" r:id="rId18"/>
    <p:sldId id="284" r:id="rId19"/>
    <p:sldId id="285" r:id="rId20"/>
    <p:sldId id="286" r:id="rId21"/>
    <p:sldId id="288" r:id="rId22"/>
    <p:sldId id="289" r:id="rId23"/>
    <p:sldId id="290" r:id="rId24"/>
    <p:sldId id="291" r:id="rId25"/>
    <p:sldId id="292" r:id="rId26"/>
    <p:sldId id="280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30" y="-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6423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7F989-4E30-9521-80CC-92C22F358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7938C4-CE23-D612-5C07-7C7FC91F3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42B7BD-C080-C96C-1512-17B45D412C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48DBB-3AC6-ECA9-EA91-F92E4217CE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1235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5E900-09D3-488D-07AE-64BE60B89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D8EACD-ED99-3ECD-7939-52A48F8F97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CA091D-E292-BAE2-84E1-9FD0A85290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E28623-2424-9DE5-D1CF-449C512172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8717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jpg"/><Relationship Id="rId4" Type="http://schemas.openxmlformats.org/officeDocument/2006/relationships/image" Target="../media/image14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jp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685800"/>
            <a:ext cx="5486400" cy="548640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606040"/>
            <a:ext cx="1645920" cy="16459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0" y="5120640"/>
            <a:ext cx="1371600" cy="1371600"/>
          </a:xfrm>
          <a:prstGeom prst="ellipse">
            <a:avLst/>
          </a:prstGeom>
          <a:ln w="31750">
            <a:solidFill>
              <a:srgbClr val="FFD4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7818120" y="411480"/>
            <a:ext cx="457200" cy="457200"/>
          </a:xfrm>
          <a:prstGeom prst="ellipse">
            <a:avLst/>
          </a:prstGeom>
          <a:solidFill>
            <a:srgbClr val="3C3C3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/>
          <p:cNvSpPr/>
          <p:nvPr/>
        </p:nvSpPr>
        <p:spPr>
          <a:xfrm>
            <a:off x="822960" y="822960"/>
            <a:ext cx="320040" cy="32004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4"/>
          <p:cNvSpPr/>
          <p:nvPr/>
        </p:nvSpPr>
        <p:spPr>
          <a:xfrm>
            <a:off x="822960" y="2148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600" dirty="0">
                <a:solidFill>
                  <a:srgbClr val="FFD4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매뉴얼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22959" y="2606040"/>
            <a:ext cx="9057887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이마트</a:t>
            </a:r>
            <a:endParaRPr lang="en-US" sz="4400" dirty="0"/>
          </a:p>
          <a:p>
            <a:pPr marL="0" indent="0">
              <a:lnSpc>
                <a:spcPct val="115000"/>
              </a:lnSpc>
              <a:buNone/>
            </a:pPr>
            <a:r>
              <a:rPr lang="ko-KR" altLang="en-US" sz="3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3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설치 매뉴얼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822960" y="498348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 · 계산대미디어  |  단계별 설치 가이드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22960" y="6035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설치 담당자용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55680" y="-1005840"/>
            <a:ext cx="2377440" cy="237744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개요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25780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051560" y="2057400"/>
            <a:ext cx="822960" cy="8229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05156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2057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143000" y="3200400"/>
            <a:ext cx="44805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매체당</a:t>
            </a:r>
            <a:r>
              <a:rPr 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1대 설치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TV 밑면 가운데 위치에 부착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8단계로 설치 진행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309360" y="1645920"/>
            <a:ext cx="525780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720840" y="2057400"/>
            <a:ext cx="822960" cy="8229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72084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772400" y="2057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812280" y="3200400"/>
            <a:ext cx="4639914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매체당</a:t>
            </a:r>
            <a:r>
              <a:rPr 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8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카메라</a:t>
            </a:r>
            <a:r>
              <a:rPr 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1~2대 설치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내부 1대 + (</a:t>
            </a:r>
            <a:r>
              <a:rPr lang="en-US" sz="18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</a:t>
            </a:r>
            <a:r>
              <a:rPr 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외부 1대)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방법은 동선스크린과 동일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F4261-ED1A-D8CE-39EC-0EEB506A6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D0B6D29-99CA-5122-7A3A-F0779C9F73A7}"/>
              </a:ext>
            </a:extLst>
          </p:cNvPr>
          <p:cNvSpPr/>
          <p:nvPr/>
        </p:nvSpPr>
        <p:spPr>
          <a:xfrm>
            <a:off x="11155680" y="-1005840"/>
            <a:ext cx="2377440" cy="237744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828EF3B-F1F6-58C0-2B6E-D1643CDDD29F}"/>
              </a:ext>
            </a:extLst>
          </p:cNvPr>
          <p:cNvSpPr/>
          <p:nvPr/>
        </p:nvSpPr>
        <p:spPr>
          <a:xfrm>
            <a:off x="640080" y="502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전 자재 확인</a:t>
            </a:r>
            <a:endParaRPr lang="en-US" sz="3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A5C8BEF-4020-6A2D-ECFE-5E1E48DB2CBE}"/>
              </a:ext>
            </a:extLst>
          </p:cNvPr>
          <p:cNvSpPr/>
          <p:nvPr/>
        </p:nvSpPr>
        <p:spPr>
          <a:xfrm>
            <a:off x="640080" y="1645920"/>
            <a:ext cx="525780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DD3C4D3-AAEF-F454-5425-275B841630B5}"/>
              </a:ext>
            </a:extLst>
          </p:cNvPr>
          <p:cNvSpPr/>
          <p:nvPr/>
        </p:nvSpPr>
        <p:spPr>
          <a:xfrm>
            <a:off x="890452" y="1876697"/>
            <a:ext cx="44805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1200"/>
              </a:spcAft>
              <a:buSzPct val="100000"/>
            </a:pPr>
            <a:r>
              <a:rPr lang="en-US" altLang="ko-KR" sz="2000" b="1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&lt;SKB </a:t>
            </a:r>
            <a:r>
              <a:rPr lang="ko-KR" altLang="en-US" sz="2000" b="1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지급 자재</a:t>
            </a:r>
            <a:r>
              <a:rPr lang="en-US" altLang="ko-KR" sz="2000" b="1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&gt;</a:t>
            </a: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ko-KR" altLang="en-US" sz="18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 카메라</a:t>
            </a:r>
            <a:endParaRPr lang="en-US" altLang="ko-KR" sz="18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altLang="ko-KR" sz="1800" dirty="0">
                <a:latin typeface="Pretendard" pitchFamily="34" charset="0"/>
                <a:ea typeface="Pretendard" pitchFamily="34" charset="-122"/>
              </a:rPr>
              <a:t>USB</a:t>
            </a:r>
            <a:r>
              <a:rPr lang="ko-KR" altLang="en-US" sz="1800" dirty="0">
                <a:latin typeface="Pretendard" pitchFamily="34" charset="0"/>
                <a:ea typeface="Pretendard" pitchFamily="34" charset="-122"/>
              </a:rPr>
              <a:t>어댑터</a:t>
            </a:r>
            <a:endParaRPr lang="en-US" altLang="ko-KR" sz="1800" dirty="0">
              <a:latin typeface="Pretendard" pitchFamily="34" charset="0"/>
              <a:ea typeface="Pretendard" pitchFamily="34" charset="-122"/>
            </a:endParaRP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altLang="ko-KR" dirty="0">
                <a:latin typeface="Pretendard" pitchFamily="34" charset="0"/>
                <a:ea typeface="Pretendard" pitchFamily="34" charset="-122"/>
              </a:rPr>
              <a:t>3M</a:t>
            </a:r>
            <a:r>
              <a:rPr lang="ko-KR" altLang="en-US" dirty="0">
                <a:latin typeface="Pretendard" pitchFamily="34" charset="0"/>
                <a:ea typeface="Pretendard" pitchFamily="34" charset="-122"/>
              </a:rPr>
              <a:t>테이프</a:t>
            </a:r>
            <a:endParaRPr lang="en-US" altLang="ko-KR" dirty="0">
              <a:latin typeface="Pretendard" pitchFamily="34" charset="0"/>
              <a:ea typeface="Pretendard" pitchFamily="34" charset="-122"/>
            </a:endParaRP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ko-KR" altLang="en-US" dirty="0" err="1">
                <a:latin typeface="Pretendard" pitchFamily="34" charset="0"/>
                <a:ea typeface="Pretendard" pitchFamily="34" charset="-122"/>
              </a:rPr>
              <a:t>멀티탭</a:t>
            </a:r>
            <a:endParaRPr lang="en-US" altLang="ko-KR" dirty="0">
              <a:latin typeface="Pretendard" pitchFamily="34" charset="0"/>
              <a:ea typeface="Pretendard" pitchFamily="34" charset="-122"/>
            </a:endParaRP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ko-KR" altLang="en-US" dirty="0">
                <a:latin typeface="Pretendard" pitchFamily="34" charset="0"/>
                <a:ea typeface="Pretendard" pitchFamily="34" charset="-122"/>
              </a:rPr>
              <a:t>페인트 마커</a:t>
            </a:r>
            <a:endParaRPr lang="en-US" altLang="ko-KR" sz="1800" dirty="0">
              <a:latin typeface="Pretendard" pitchFamily="34" charset="0"/>
              <a:ea typeface="Pretendard" pitchFamily="34" charset="-122"/>
            </a:endParaRPr>
          </a:p>
          <a:p>
            <a:pPr>
              <a:spcAft>
                <a:spcPts val="1200"/>
              </a:spcAft>
              <a:buSzPct val="100000"/>
            </a:pPr>
            <a:r>
              <a:rPr lang="en-US" altLang="ko-KR" sz="20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&lt;</a:t>
            </a:r>
            <a:r>
              <a:rPr lang="en-US" altLang="ko-KR" sz="20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HnS</a:t>
            </a:r>
            <a:r>
              <a:rPr lang="en-US" altLang="ko-KR" sz="20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 </a:t>
            </a:r>
            <a:r>
              <a:rPr lang="ko-KR" altLang="en-US" sz="20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별도 지참</a:t>
            </a:r>
            <a:r>
              <a:rPr lang="en-US" altLang="ko-KR" sz="20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&gt;</a:t>
            </a: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ko-KR" altLang="en-US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쪽가위</a:t>
            </a:r>
            <a:endParaRPr lang="en-US" altLang="ko-KR" dirty="0">
              <a:solidFill>
                <a:srgbClr val="222222"/>
              </a:solidFill>
              <a:latin typeface="Pretendard" pitchFamily="34" charset="0"/>
              <a:ea typeface="Pretendard" pitchFamily="34" charset="-122"/>
            </a:endParaRP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ko-KR" altLang="en-US" sz="18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케이블타이</a:t>
            </a:r>
            <a:endParaRPr lang="en-US" altLang="ko-KR" sz="1800" dirty="0">
              <a:solidFill>
                <a:srgbClr val="222222"/>
              </a:solidFill>
              <a:latin typeface="Pretendard" pitchFamily="34" charset="0"/>
              <a:ea typeface="Pretendard" pitchFamily="34" charset="-122"/>
            </a:endParaRP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endParaRPr lang="en-US" sz="1800" dirty="0"/>
          </a:p>
          <a:p>
            <a:pPr>
              <a:spcAft>
                <a:spcPts val="1200"/>
              </a:spcAft>
              <a:buSzPct val="100000"/>
            </a:pPr>
            <a:endParaRPr lang="en-US" sz="18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A2672849-0930-0CC5-D4FA-5F1A31963F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8054" y="944400"/>
            <a:ext cx="4206240" cy="221136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707DD25-F425-E8FE-1660-A50E04D960EF}"/>
              </a:ext>
            </a:extLst>
          </p:cNvPr>
          <p:cNvSpPr txBox="1"/>
          <p:nvPr/>
        </p:nvSpPr>
        <p:spPr>
          <a:xfrm>
            <a:off x="6555971" y="3308649"/>
            <a:ext cx="43476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※</a:t>
            </a:r>
            <a:r>
              <a:rPr lang="ko-KR" altLang="en-US" sz="1600" dirty="0"/>
              <a:t>주목도 분석용 카메라에 </a:t>
            </a:r>
            <a:r>
              <a:rPr lang="en-US" altLang="ko-KR" sz="1600" dirty="0"/>
              <a:t>3M</a:t>
            </a:r>
            <a:r>
              <a:rPr lang="ko-KR" altLang="en-US" sz="1600" dirty="0"/>
              <a:t>테이프 부착 위치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9D20C71-6792-11FC-224E-A96BFBC58FA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463" t="10102" r="66486" b="23204"/>
          <a:stretch>
            <a:fillRect/>
          </a:stretch>
        </p:blipFill>
        <p:spPr>
          <a:xfrm rot="5400000">
            <a:off x="7912191" y="2504904"/>
            <a:ext cx="1717965" cy="420624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FDA66D3-40B3-9D9D-7688-CFCA5978B2D4}"/>
              </a:ext>
            </a:extLst>
          </p:cNvPr>
          <p:cNvSpPr txBox="1"/>
          <p:nvPr/>
        </p:nvSpPr>
        <p:spPr>
          <a:xfrm>
            <a:off x="6555971" y="5577840"/>
            <a:ext cx="36279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※ </a:t>
            </a:r>
            <a:r>
              <a:rPr lang="ko-KR" altLang="en-US" dirty="0"/>
              <a:t>주목도 분석용 카메라 전면 사진</a:t>
            </a:r>
          </a:p>
        </p:txBody>
      </p:sp>
    </p:spTree>
    <p:extLst>
      <p:ext uri="{BB962C8B-B14F-4D97-AF65-F5344CB8AC3E}">
        <p14:creationId xmlns:p14="http://schemas.microsoft.com/office/powerpoint/2010/main" val="3731336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463040"/>
            <a:ext cx="5669280" cy="5669280"/>
          </a:xfrm>
          <a:prstGeom prst="ellipse">
            <a:avLst/>
          </a:prstGeom>
          <a:ln w="31750">
            <a:solidFill>
              <a:srgbClr val="3C3C3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0607040" y="4480560"/>
            <a:ext cx="3108960" cy="31089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966960" y="3977640"/>
            <a:ext cx="502920" cy="502920"/>
          </a:xfrm>
          <a:prstGeom prst="ellipse">
            <a:avLst/>
          </a:prstGeom>
          <a:ln w="25400">
            <a:solidFill>
              <a:srgbClr val="FFD4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22960" y="1234440"/>
            <a:ext cx="1554480" cy="155448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123444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</a:t>
            </a: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설치 방법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4251960"/>
            <a:ext cx="9326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 err="1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매체당</a:t>
            </a:r>
            <a:r>
              <a:rPr lang="en-US" sz="19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9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19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1대를 설치합니다.</a:t>
            </a:r>
            <a:endParaRPr lang="en-US" sz="19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900" dirty="0" err="1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</a:t>
            </a:r>
            <a:r>
              <a:rPr lang="en-US" sz="19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8단계 순서에 따라 진행해 주세요.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1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HDMI 분배기 전원부 분리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셋톱박스에 연결되어 있는 HDMI 분배기의 전원부(USB 단자)를 분리합니다.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903720" y="1143000"/>
            <a:ext cx="3840480" cy="51206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/tmp/claude-0/-home-user-ars/e10980de-cf93-514e-8d8f-658883089fc8/scratchpad/photos/a4.jpg">
            <a:extLst>
              <a:ext uri="{FF2B5EF4-FFF2-40B4-BE49-F238E27FC236}">
                <a16:creationId xmlns:a16="http://schemas.microsoft.com/office/drawing/2014/main" id="{D763CD51-ECB7-3726-2AE3-0FF7B2CD8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143000"/>
            <a:ext cx="384048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2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콘센트 연결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638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HDMI </a:t>
            </a:r>
            <a:r>
              <a:rPr lang="ko-KR" altLang="en-US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분배기의 </a:t>
            </a:r>
            <a:r>
              <a:rPr lang="en-US" altLang="ko-KR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USB </a:t>
            </a:r>
            <a:r>
              <a:rPr lang="ko-KR" altLang="en-US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단자를 </a:t>
            </a:r>
            <a:endParaRPr lang="en-US" altLang="ko-KR" sz="1900" dirty="0">
              <a:solidFill>
                <a:srgbClr val="222222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0" indent="0">
              <a:lnSpc>
                <a:spcPct val="135000"/>
              </a:lnSpc>
              <a:buNone/>
            </a:pPr>
            <a:r>
              <a:rPr lang="ko-KR" altLang="en-US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제공된 어댑터에 결합하여 콘센트에 연결합니다</a:t>
            </a:r>
            <a:r>
              <a:rPr lang="en-US" altLang="ko-KR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903720" y="1143000"/>
            <a:ext cx="3840480" cy="51206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/tmp/claude-0/-home-user-ars/e10980de-cf93-514e-8d8f-658883089fc8/scratchpad/photos/a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143000"/>
            <a:ext cx="384048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3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3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연결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042666" y="1783080"/>
            <a:ext cx="2914650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a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4952" y="1783080"/>
            <a:ext cx="2916936" cy="3886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3136392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3136392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 작업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231636" y="1783080"/>
            <a:ext cx="2914650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a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1783080"/>
            <a:ext cx="2916936" cy="3886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323076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/>
          <p:nvPr/>
        </p:nvSpPr>
        <p:spPr>
          <a:xfrm>
            <a:off x="6323076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 완료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카메라의 USB 단자를 셋톱박스의 USB 포트에 연결합니다.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4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4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설정 ① — 히든키 입력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332529" y="1783080"/>
            <a:ext cx="2694737" cy="36576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4.jpg"/>
          <p:cNvPicPr>
            <a:picLocks noChangeAspect="1"/>
          </p:cNvPicPr>
          <p:nvPr/>
        </p:nvPicPr>
        <p:blipFill>
          <a:blip r:embed="rId3"/>
          <a:srcRect l="31070" r="30686" b="6274"/>
          <a:stretch>
            <a:fillRect/>
          </a:stretch>
        </p:blipFill>
        <p:spPr>
          <a:xfrm>
            <a:off x="1335024" y="1783080"/>
            <a:ext cx="2694629" cy="36576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423969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1423969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히든키 입력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70448"/>
            <a:ext cx="11247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3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셋톱박스</a:t>
            </a:r>
            <a:r>
              <a:rPr lang="en-US" altLang="ko-KR" sz="1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r>
              <a:rPr lang="ko-KR" altLang="en-US" sz="1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리모컨 </a:t>
            </a:r>
            <a:r>
              <a:rPr lang="ko-KR" altLang="en-US" sz="13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페어링</a:t>
            </a:r>
            <a:r>
              <a:rPr lang="ko-KR" altLang="en-US" sz="1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후 </a:t>
            </a:r>
            <a:r>
              <a:rPr lang="en-US" sz="13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리모컨으로</a:t>
            </a:r>
            <a:r>
              <a:rPr lang="en-US" sz="1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히든키(되감기 0407)를 입력하면 ON AD 셋톱박스 설정 페이지가 열립니다. 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1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상단 </a:t>
            </a:r>
            <a:r>
              <a:rPr lang="en-US" altLang="ko-KR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</a:t>
            </a:r>
            <a:r>
              <a:rPr lang="en-US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</a:t>
            </a:r>
            <a:r>
              <a:rPr lang="en-US" sz="13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모드</a:t>
            </a:r>
            <a:r>
              <a:rPr lang="en-US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]의 [변경] 버튼을 누릅니다.</a:t>
            </a:r>
            <a:endParaRPr lang="en-US" sz="1700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AFE4E49-B5DC-C172-3580-AEED9FBDF52C}"/>
              </a:ext>
            </a:extLst>
          </p:cNvPr>
          <p:cNvGrpSpPr/>
          <p:nvPr/>
        </p:nvGrpSpPr>
        <p:grpSpPr>
          <a:xfrm>
            <a:off x="4521499" y="1783079"/>
            <a:ext cx="6334924" cy="3886201"/>
            <a:chOff x="4521499" y="1783079"/>
            <a:chExt cx="6334924" cy="3886201"/>
          </a:xfrm>
        </p:grpSpPr>
        <p:sp>
          <p:nvSpPr>
            <p:cNvPr id="12" name="Shape 9"/>
            <p:cNvSpPr/>
            <p:nvPr/>
          </p:nvSpPr>
          <p:spPr>
            <a:xfrm>
              <a:off x="4521499" y="1783080"/>
              <a:ext cx="5963717" cy="365760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3" name="Image 1" descr="/tmp/claude-0/-home-user-ars/e10980de-cf93-514e-8d8f-658883089fc8/scratchpad/photos/b1.jp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17136" y="1783080"/>
              <a:ext cx="5964040" cy="3657600"/>
            </a:xfrm>
            <a:prstGeom prst="rect">
              <a:avLst/>
            </a:prstGeom>
          </p:spPr>
        </p:pic>
        <p:sp>
          <p:nvSpPr>
            <p:cNvPr id="14" name="Shape 10"/>
            <p:cNvSpPr/>
            <p:nvPr/>
          </p:nvSpPr>
          <p:spPr>
            <a:xfrm>
              <a:off x="4612939" y="1874520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1"/>
            <p:cNvSpPr/>
            <p:nvPr/>
          </p:nvSpPr>
          <p:spPr>
            <a:xfrm>
              <a:off x="4612939" y="1874520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설정 페이지</a:t>
              </a:r>
              <a:endParaRPr lang="en-US" sz="1100" dirty="0"/>
            </a:p>
          </p:txBody>
        </p:sp>
        <p:sp>
          <p:nvSpPr>
            <p:cNvPr id="18" name="Shape 7">
              <a:extLst>
                <a:ext uri="{FF2B5EF4-FFF2-40B4-BE49-F238E27FC236}">
                  <a16:creationId xmlns:a16="http://schemas.microsoft.com/office/drawing/2014/main" id="{CB567CDA-BEC8-E053-33E2-D3BD47934EAE}"/>
                </a:ext>
              </a:extLst>
            </p:cNvPr>
            <p:cNvSpPr/>
            <p:nvPr/>
          </p:nvSpPr>
          <p:spPr>
            <a:xfrm>
              <a:off x="9457048" y="1783080"/>
              <a:ext cx="688489" cy="275396"/>
            </a:xfrm>
            <a:prstGeom prst="rect">
              <a:avLst/>
            </a:prstGeom>
            <a:ln w="31750">
              <a:solidFill>
                <a:srgbClr val="FF000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C59ABCB6-BEC7-9AD2-5D46-EE04F70CC4FF}"/>
              </a:ext>
            </a:extLst>
          </p:cNvPr>
          <p:cNvSpPr txBox="1"/>
          <p:nvPr/>
        </p:nvSpPr>
        <p:spPr>
          <a:xfrm>
            <a:off x="640080" y="6528816"/>
            <a:ext cx="11247120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50" b="1" dirty="0">
                <a:solidFill>
                  <a:srgbClr val="FF0000"/>
                </a:solidFill>
              </a:rPr>
              <a:t>※ </a:t>
            </a:r>
            <a:r>
              <a:rPr lang="ko-KR" altLang="en-US" sz="1150" b="1" dirty="0" err="1">
                <a:solidFill>
                  <a:srgbClr val="FF0000"/>
                </a:solidFill>
              </a:rPr>
              <a:t>히든키</a:t>
            </a:r>
            <a:r>
              <a:rPr lang="ko-KR" altLang="en-US" sz="1150" b="1" dirty="0">
                <a:solidFill>
                  <a:srgbClr val="FF0000"/>
                </a:solidFill>
              </a:rPr>
              <a:t> 입력 시 되감기 누른 상태에서 </a:t>
            </a:r>
            <a:r>
              <a:rPr lang="en-US" altLang="ko-KR" sz="1150" b="1" dirty="0">
                <a:solidFill>
                  <a:srgbClr val="FF0000"/>
                </a:solidFill>
              </a:rPr>
              <a:t>0407 </a:t>
            </a:r>
            <a:r>
              <a:rPr lang="ko-KR" altLang="en-US" sz="1150" b="1" dirty="0">
                <a:solidFill>
                  <a:srgbClr val="FF0000"/>
                </a:solidFill>
              </a:rPr>
              <a:t>입력이 아닌 되감기 </a:t>
            </a:r>
            <a:r>
              <a:rPr lang="en-US" altLang="ko-KR" sz="1150" b="1" dirty="0">
                <a:solidFill>
                  <a:srgbClr val="FF0000"/>
                </a:solidFill>
              </a:rPr>
              <a:t>-&gt;0-&gt;4-&gt;0-&gt;7 </a:t>
            </a:r>
            <a:r>
              <a:rPr lang="ko-KR" altLang="en-US" sz="1150" b="1" dirty="0">
                <a:solidFill>
                  <a:srgbClr val="FF0000"/>
                </a:solidFill>
              </a:rPr>
              <a:t>순차 입력 입니다</a:t>
            </a:r>
            <a:r>
              <a:rPr lang="en-US" altLang="ko-KR" sz="1150" b="1" dirty="0">
                <a:solidFill>
                  <a:srgbClr val="FF0000"/>
                </a:solidFill>
              </a:rPr>
              <a:t>.</a:t>
            </a:r>
            <a:endParaRPr lang="ko-KR" altLang="en-US" sz="1300" b="1" dirty="0">
              <a:solidFill>
                <a:srgbClr val="FF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C1F376ED-AA41-19E7-5C9E-2942C3772D36}"/>
              </a:ext>
            </a:extLst>
          </p:cNvPr>
          <p:cNvSpPr/>
          <p:nvPr/>
        </p:nvSpPr>
        <p:spPr>
          <a:xfrm>
            <a:off x="1715144" y="3979329"/>
            <a:ext cx="641981" cy="1858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16D0824-C50F-850B-A63E-B606F3F421CD}"/>
              </a:ext>
            </a:extLst>
          </p:cNvPr>
          <p:cNvSpPr/>
          <p:nvPr/>
        </p:nvSpPr>
        <p:spPr>
          <a:xfrm>
            <a:off x="1732038" y="4697334"/>
            <a:ext cx="641981" cy="185836"/>
          </a:xfrm>
          <a:prstGeom prst="rect">
            <a:avLst/>
          </a:prstGeom>
          <a:noFill/>
          <a:ln w="38100">
            <a:solidFill>
              <a:srgbClr val="2E9E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5A46D38E-AEF6-B587-7F40-741877F628E8}"/>
              </a:ext>
            </a:extLst>
          </p:cNvPr>
          <p:cNvSpPr/>
          <p:nvPr/>
        </p:nvSpPr>
        <p:spPr>
          <a:xfrm>
            <a:off x="3125812" y="4697334"/>
            <a:ext cx="641981" cy="185836"/>
          </a:xfrm>
          <a:prstGeom prst="rect">
            <a:avLst/>
          </a:prstGeom>
          <a:noFill/>
          <a:ln w="38100">
            <a:solidFill>
              <a:srgbClr val="2E9E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1" name="badge901"/>
          <p:cNvSpPr/>
          <p:nvPr/>
        </p:nvSpPr>
        <p:spPr>
          <a:xfrm>
            <a:off x="1577984" y="3842169"/>
            <a:ext cx="274320" cy="27432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902" name="badge902"/>
          <p:cNvSpPr/>
          <p:nvPr/>
        </p:nvSpPr>
        <p:spPr>
          <a:xfrm>
            <a:off x="1594878" y="4560174"/>
            <a:ext cx="274320" cy="274320"/>
          </a:xfrm>
          <a:prstGeom prst="ellipse">
            <a:avLst/>
          </a:prstGeom>
          <a:solidFill>
            <a:srgbClr val="2E9E4F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903" name="badge903"/>
          <p:cNvSpPr/>
          <p:nvPr/>
        </p:nvSpPr>
        <p:spPr>
          <a:xfrm>
            <a:off x="2988652" y="4560174"/>
            <a:ext cx="274320" cy="274320"/>
          </a:xfrm>
          <a:prstGeom prst="ellipse">
            <a:avLst/>
          </a:prstGeom>
          <a:solidFill>
            <a:srgbClr val="2E9E4F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990" name="legend"/>
          <p:cNvSpPr/>
          <p:nvPr/>
        </p:nvSpPr>
        <p:spPr>
          <a:xfrm>
            <a:off x="1335024" y="5522976"/>
            <a:ext cx="8229600" cy="27432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ko-KR" sz="1250" b="1" dirty="0">
                <a:solidFill>
                  <a:srgbClr val="FF0000"/>
                </a:solidFill>
                <a:latin typeface="Pretendard"/>
                <a:ea typeface="Pretendard"/>
              </a:rPr>
              <a:t>➊ 되감기 버튼</a:t>
            </a:r>
            <a:r>
              <a:rPr lang="ko-KR" sz="1250" dirty="0">
                <a:latin typeface="Pretendard"/>
                <a:ea typeface="Pretendard"/>
              </a:rPr>
              <a:t>     </a:t>
            </a:r>
            <a:r>
              <a:rPr lang="ko-KR" sz="1250" b="1" dirty="0">
                <a:solidFill>
                  <a:srgbClr val="2E9E4F"/>
                </a:solidFill>
                <a:latin typeface="Pretendard"/>
                <a:ea typeface="Pretendard"/>
              </a:rPr>
              <a:t>➋ 페어링 버튼 (양쪽 동시 입력)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4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4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설정 ① — AI 모드 변경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501574" y="1783080"/>
            <a:ext cx="7185804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1574" y="1783080"/>
            <a:ext cx="7185804" cy="3886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기본값 [성별/연령 분석]을 [통행량 + 성별/연령 분석]으로 변경한 뒤 [적용]을 누릅니다.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5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5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설정 ② — 화각 확인</a:t>
            </a:r>
            <a:endParaRPr lang="en-US" sz="2400" dirty="0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9540CB90-BF37-92A0-A5DC-E8033E9B5200}"/>
              </a:ext>
            </a:extLst>
          </p:cNvPr>
          <p:cNvGrpSpPr/>
          <p:nvPr/>
        </p:nvGrpSpPr>
        <p:grpSpPr>
          <a:xfrm>
            <a:off x="6096000" y="1865248"/>
            <a:ext cx="5667528" cy="3440335"/>
            <a:chOff x="516636" y="2162429"/>
            <a:chExt cx="5479946" cy="3127503"/>
          </a:xfrm>
        </p:grpSpPr>
        <p:sp>
          <p:nvSpPr>
            <p:cNvPr id="8" name="Shape 6"/>
            <p:cNvSpPr/>
            <p:nvPr/>
          </p:nvSpPr>
          <p:spPr>
            <a:xfrm>
              <a:off x="516636" y="2162429"/>
              <a:ext cx="5479946" cy="3127503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0" descr="/tmp/claude-0/-home-user-ars/e10980de-cf93-514e-8d8f-658883089fc8/scratchpad/photos/b2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6636" y="2162429"/>
              <a:ext cx="5479946" cy="3127503"/>
            </a:xfrm>
            <a:prstGeom prst="rect">
              <a:avLst/>
            </a:prstGeom>
          </p:spPr>
        </p:pic>
        <p:sp>
          <p:nvSpPr>
            <p:cNvPr id="10" name="Shape 7"/>
            <p:cNvSpPr/>
            <p:nvPr/>
          </p:nvSpPr>
          <p:spPr>
            <a:xfrm>
              <a:off x="608076" y="2253869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 8"/>
            <p:cNvSpPr/>
            <p:nvPr/>
          </p:nvSpPr>
          <p:spPr>
            <a:xfrm>
              <a:off x="608076" y="2253869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화각 확인 1</a:t>
              </a:r>
              <a:endParaRPr lang="en-US" sz="1100" dirty="0"/>
            </a:p>
          </p:txBody>
        </p:sp>
      </p:grpSp>
      <p:sp>
        <p:nvSpPr>
          <p:cNvPr id="16" name="Text 12"/>
          <p:cNvSpPr/>
          <p:nvPr/>
        </p:nvSpPr>
        <p:spPr>
          <a:xfrm>
            <a:off x="655320" y="57607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[AI 카메라 설정]의 [설정진행하기]를 누른 뒤, 화각 확인 1에서 [</a:t>
            </a:r>
            <a:r>
              <a:rPr lang="en-US" sz="17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</a:t>
            </a:r>
            <a:r>
              <a:rPr lang="en-US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]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부착 위치 확인은 다음 단계에서 진행합니다.</a:t>
            </a:r>
            <a:endParaRPr lang="en-US" sz="1700" dirty="0"/>
          </a:p>
        </p:txBody>
      </p:sp>
      <p:sp>
        <p:nvSpPr>
          <p:cNvPr id="20" name="Shape 9">
            <a:extLst>
              <a:ext uri="{FF2B5EF4-FFF2-40B4-BE49-F238E27FC236}">
                <a16:creationId xmlns:a16="http://schemas.microsoft.com/office/drawing/2014/main" id="{39AB6EB5-9743-C3C7-E555-0E477EEAF28C}"/>
              </a:ext>
            </a:extLst>
          </p:cNvPr>
          <p:cNvSpPr/>
          <p:nvPr/>
        </p:nvSpPr>
        <p:spPr>
          <a:xfrm>
            <a:off x="337032" y="1828801"/>
            <a:ext cx="5667529" cy="3309257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1" descr="/tmp/claude-0/-home-user-ars/e10980de-cf93-514e-8d8f-658883089fc8/scratchpad/photos/b1.jpg">
            <a:extLst>
              <a:ext uri="{FF2B5EF4-FFF2-40B4-BE49-F238E27FC236}">
                <a16:creationId xmlns:a16="http://schemas.microsoft.com/office/drawing/2014/main" id="{6A2E8059-CDCA-93AF-7DA9-C0A29540B1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032" y="1865248"/>
            <a:ext cx="5667529" cy="3476782"/>
          </a:xfrm>
          <a:prstGeom prst="rect">
            <a:avLst/>
          </a:prstGeom>
        </p:spPr>
      </p:pic>
      <p:sp>
        <p:nvSpPr>
          <p:cNvPr id="24" name="Shape 10">
            <a:extLst>
              <a:ext uri="{FF2B5EF4-FFF2-40B4-BE49-F238E27FC236}">
                <a16:creationId xmlns:a16="http://schemas.microsoft.com/office/drawing/2014/main" id="{F7CFDA42-674A-D7A3-CD27-496321D9936F}"/>
              </a:ext>
            </a:extLst>
          </p:cNvPr>
          <p:cNvSpPr/>
          <p:nvPr/>
        </p:nvSpPr>
        <p:spPr>
          <a:xfrm>
            <a:off x="428472" y="1920241"/>
            <a:ext cx="1227100" cy="28031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E4EC5B65-CB45-BF38-CA11-C689FF01411B}"/>
              </a:ext>
            </a:extLst>
          </p:cNvPr>
          <p:cNvSpPr/>
          <p:nvPr/>
        </p:nvSpPr>
        <p:spPr>
          <a:xfrm>
            <a:off x="428472" y="1920241"/>
            <a:ext cx="1227100" cy="2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설정 페이지</a:t>
            </a:r>
            <a:endParaRPr lang="en-US" sz="1100" dirty="0"/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E3A56F8E-BB86-C65F-F8B4-AEF7671B1E86}"/>
              </a:ext>
            </a:extLst>
          </p:cNvPr>
          <p:cNvSpPr/>
          <p:nvPr/>
        </p:nvSpPr>
        <p:spPr>
          <a:xfrm>
            <a:off x="5067036" y="2146889"/>
            <a:ext cx="654453" cy="246573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5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b="1" dirty="0">
              <a:latin typeface="Pretendard" panose="02030600000101010101" pitchFamily="18" charset="-127"/>
              <a:ea typeface="Pretendard" panose="02030600000101010101" pitchFamily="18" charset="-127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A092732B-609A-AABF-F08B-81E96EF0FE74}"/>
              </a:ext>
            </a:extLst>
          </p:cNvPr>
          <p:cNvGrpSpPr/>
          <p:nvPr/>
        </p:nvGrpSpPr>
        <p:grpSpPr>
          <a:xfrm>
            <a:off x="6096000" y="1738653"/>
            <a:ext cx="5727118" cy="3363033"/>
            <a:chOff x="2692183" y="1744218"/>
            <a:chExt cx="6790870" cy="3925062"/>
          </a:xfrm>
        </p:grpSpPr>
        <p:sp>
          <p:nvSpPr>
            <p:cNvPr id="8" name="Shape 6"/>
            <p:cNvSpPr/>
            <p:nvPr/>
          </p:nvSpPr>
          <p:spPr>
            <a:xfrm>
              <a:off x="2705899" y="1783080"/>
              <a:ext cx="6777154" cy="388620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0" descr="/tmp/claude-0/-home-user-ars/e10980de-cf93-514e-8d8f-658883089fc8/scratchpad/photos/b8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92183" y="1744218"/>
              <a:ext cx="6777154" cy="3886200"/>
            </a:xfrm>
            <a:prstGeom prst="rect">
              <a:avLst/>
            </a:prstGeom>
          </p:spPr>
        </p:pic>
        <p:sp>
          <p:nvSpPr>
            <p:cNvPr id="10" name="Shape 7"/>
            <p:cNvSpPr/>
            <p:nvPr/>
          </p:nvSpPr>
          <p:spPr>
            <a:xfrm>
              <a:off x="6012607" y="4930901"/>
              <a:ext cx="372743" cy="607749"/>
            </a:xfrm>
            <a:prstGeom prst="rect">
              <a:avLst/>
            </a:prstGeom>
            <a:ln w="31750">
              <a:solidFill>
                <a:srgbClr val="FF000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1" name="Text 8"/>
          <p:cNvSpPr/>
          <p:nvPr/>
        </p:nvSpPr>
        <p:spPr>
          <a:xfrm>
            <a:off x="640080" y="5425440"/>
            <a:ext cx="108813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화각</a:t>
            </a:r>
            <a:r>
              <a:rPr lang="en-US" altLang="ko-KR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altLang="ko-KR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</a:t>
            </a:r>
            <a:r>
              <a:rPr lang="en-US" altLang="ko-KR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2에서 [</a:t>
            </a:r>
            <a:r>
              <a:rPr lang="en-US" altLang="ko-KR" sz="17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</a:t>
            </a:r>
            <a:r>
              <a:rPr lang="en-US" altLang="ko-KR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], </a:t>
            </a:r>
            <a:r>
              <a:rPr lang="ko-KR" alt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화각</a:t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확인 </a:t>
            </a:r>
            <a:r>
              <a:rPr lang="en-US" altLang="ko-KR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</a:t>
            </a:r>
            <a:r>
              <a:rPr lang="en-US" altLang="ko-KR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카메라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시점 </a:t>
            </a: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화면에서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</a:p>
          <a:p>
            <a:pPr>
              <a:lnSpc>
                <a:spcPct val="130000"/>
              </a:lnSpc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'카메라 화면을 보며 카메라의 각도를 변경해 주세요' 문구 중 '세요' 글자 </a:t>
            </a: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바로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</a:t>
            </a:r>
            <a:endParaRPr lang="en-US" sz="1700" dirty="0">
              <a:solidFill>
                <a:srgbClr val="222222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(빨간 네모 위치)에 카메라를 부착하면 화면 정가운데쯤에 위치하게 됩니다.</a:t>
            </a:r>
            <a:endParaRPr lang="en-US" sz="17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02A7FACD-12D9-5B7F-85D7-EEF817DDD7CE}"/>
              </a:ext>
            </a:extLst>
          </p:cNvPr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</a:t>
            </a:r>
            <a:r>
              <a:rPr lang="en-US" sz="26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설정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</a:t>
            </a: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부착 위치 확인</a:t>
            </a:r>
            <a:endParaRPr lang="en-US" sz="2400" dirty="0"/>
          </a:p>
        </p:txBody>
      </p:sp>
      <p:sp>
        <p:nvSpPr>
          <p:cNvPr id="15" name="Text 4">
            <a:extLst>
              <a:ext uri="{FF2B5EF4-FFF2-40B4-BE49-F238E27FC236}">
                <a16:creationId xmlns:a16="http://schemas.microsoft.com/office/drawing/2014/main" id="{B6155828-F65F-D735-7802-CCDD4B0E44EB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5</a:t>
            </a:r>
            <a:endParaRPr lang="en-US" sz="2400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F1551EF8-21E7-1840-62E7-7E4393EED472}"/>
              </a:ext>
            </a:extLst>
          </p:cNvPr>
          <p:cNvGrpSpPr/>
          <p:nvPr/>
        </p:nvGrpSpPr>
        <p:grpSpPr>
          <a:xfrm>
            <a:off x="329908" y="1738653"/>
            <a:ext cx="5555338" cy="3329736"/>
            <a:chOff x="6270902" y="2162429"/>
            <a:chExt cx="5401414" cy="3127503"/>
          </a:xfrm>
        </p:grpSpPr>
        <p:sp>
          <p:nvSpPr>
            <p:cNvPr id="18" name="Shape 9">
              <a:extLst>
                <a:ext uri="{FF2B5EF4-FFF2-40B4-BE49-F238E27FC236}">
                  <a16:creationId xmlns:a16="http://schemas.microsoft.com/office/drawing/2014/main" id="{B5EBD316-3152-C617-E4CA-3D019F903B95}"/>
                </a:ext>
              </a:extLst>
            </p:cNvPr>
            <p:cNvSpPr/>
            <p:nvPr/>
          </p:nvSpPr>
          <p:spPr>
            <a:xfrm>
              <a:off x="6270902" y="2162429"/>
              <a:ext cx="5401414" cy="3127503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9" name="Image 1" descr="/tmp/claude-0/-home-user-ars/e10980de-cf93-514e-8d8f-658883089fc8/scratchpad/photos/b3.jpg">
              <a:extLst>
                <a:ext uri="{FF2B5EF4-FFF2-40B4-BE49-F238E27FC236}">
                  <a16:creationId xmlns:a16="http://schemas.microsoft.com/office/drawing/2014/main" id="{12B6994A-9F73-7E0A-5381-29ED35F43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70902" y="2162429"/>
              <a:ext cx="5401414" cy="3127503"/>
            </a:xfrm>
            <a:prstGeom prst="rect">
              <a:avLst/>
            </a:prstGeom>
          </p:spPr>
        </p:pic>
        <p:sp>
          <p:nvSpPr>
            <p:cNvPr id="20" name="Shape 10">
              <a:extLst>
                <a:ext uri="{FF2B5EF4-FFF2-40B4-BE49-F238E27FC236}">
                  <a16:creationId xmlns:a16="http://schemas.microsoft.com/office/drawing/2014/main" id="{0D6438B5-7F67-05DE-5E5F-F12EA73A813C}"/>
                </a:ext>
              </a:extLst>
            </p:cNvPr>
            <p:cNvSpPr/>
            <p:nvPr/>
          </p:nvSpPr>
          <p:spPr>
            <a:xfrm>
              <a:off x="6362342" y="2240720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 11">
              <a:extLst>
                <a:ext uri="{FF2B5EF4-FFF2-40B4-BE49-F238E27FC236}">
                  <a16:creationId xmlns:a16="http://schemas.microsoft.com/office/drawing/2014/main" id="{1FDACF39-E6D0-DBB3-FC82-E13399D5EF95}"/>
                </a:ext>
              </a:extLst>
            </p:cNvPr>
            <p:cNvSpPr/>
            <p:nvPr/>
          </p:nvSpPr>
          <p:spPr>
            <a:xfrm>
              <a:off x="6362342" y="2247101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화각 확인 2</a:t>
              </a:r>
              <a:endParaRPr lang="en-US" sz="1100" dirty="0"/>
            </a:p>
          </p:txBody>
        </p:sp>
      </p:grpSp>
      <p:sp>
        <p:nvSpPr>
          <p:cNvPr id="25" name="Shape 10">
            <a:extLst>
              <a:ext uri="{FF2B5EF4-FFF2-40B4-BE49-F238E27FC236}">
                <a16:creationId xmlns:a16="http://schemas.microsoft.com/office/drawing/2014/main" id="{7DE924F6-0C3C-EC38-A405-55D84B807201}"/>
              </a:ext>
            </a:extLst>
          </p:cNvPr>
          <p:cNvSpPr/>
          <p:nvPr/>
        </p:nvSpPr>
        <p:spPr>
          <a:xfrm>
            <a:off x="6271759" y="1836006"/>
            <a:ext cx="1410686" cy="350470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pPr algn="ctr"/>
            <a:endParaRPr lang="en-US" altLang="ko-KR" sz="1100" dirty="0"/>
          </a:p>
        </p:txBody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8FA541B1-A5CE-CAED-B73E-C47CA380ACE8}"/>
              </a:ext>
            </a:extLst>
          </p:cNvPr>
          <p:cNvSpPr/>
          <p:nvPr/>
        </p:nvSpPr>
        <p:spPr>
          <a:xfrm>
            <a:off x="6283326" y="1835662"/>
            <a:ext cx="1410686" cy="35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화각 </a:t>
            </a:r>
            <a:r>
              <a:rPr lang="en-US" sz="11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</a:t>
            </a: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3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6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6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부착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257640" y="1783080"/>
            <a:ext cx="2185988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a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640" y="1783080"/>
            <a:ext cx="2185988" cy="3886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349080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1349080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모습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717948" y="1783080"/>
            <a:ext cx="7213364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b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7948" y="1783080"/>
            <a:ext cx="7213364" cy="3886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809388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/>
          <p:nvPr/>
        </p:nvSpPr>
        <p:spPr>
          <a:xfrm>
            <a:off x="3809388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부착 완료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 테이프를 활용하여 위에서 확인한 위치(TV 밑면 가운데)에 </a:t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카메라를 부착합니다.</a:t>
            </a:r>
            <a:endParaRPr lang="en-US" sz="1700" dirty="0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C2AB5B0F-45CF-DA43-0C55-2DE2F2553BB4}"/>
              </a:ext>
            </a:extLst>
          </p:cNvPr>
          <p:cNvGrpSpPr/>
          <p:nvPr/>
        </p:nvGrpSpPr>
        <p:grpSpPr>
          <a:xfrm>
            <a:off x="5620771" y="2720835"/>
            <a:ext cx="2515906" cy="2956733"/>
            <a:chOff x="4362818" y="3104012"/>
            <a:chExt cx="2515906" cy="2956733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B0EF4A9C-3B9D-67D8-3751-FC2675E72EC3}"/>
                </a:ext>
              </a:extLst>
            </p:cNvPr>
            <p:cNvSpPr/>
            <p:nvPr/>
          </p:nvSpPr>
          <p:spPr>
            <a:xfrm>
              <a:off x="5936622" y="5825614"/>
              <a:ext cx="502319" cy="235131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7" name="Image 1" descr="/tmp/claude-0/-home-user-ars/e10980de-cf93-514e-8d8f-658883089fc8/scratchpad/photos/photo12.jpg">
              <a:extLst>
                <a:ext uri="{FF2B5EF4-FFF2-40B4-BE49-F238E27FC236}">
                  <a16:creationId xmlns:a16="http://schemas.microsoft.com/office/drawing/2014/main" id="{F84C6AD9-79B3-FBC5-14F4-0D695A28A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48199" t="94204" r="44816"/>
            <a:stretch>
              <a:fillRect/>
            </a:stretch>
          </p:blipFill>
          <p:spPr>
            <a:xfrm>
              <a:off x="4362818" y="3104012"/>
              <a:ext cx="2515906" cy="964278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</p:pic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4C936891-7FDB-4725-EE70-26FB739032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8941" y="4068290"/>
              <a:ext cx="439783" cy="1757324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1CB4D9B6-945C-47BD-01F5-693C9E4648B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362818" y="4084340"/>
              <a:ext cx="1573804" cy="1976405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7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7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6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카메라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 통신 테스트 및 기능 활성화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[</a:t>
            </a:r>
            <a:r>
              <a:rPr lang="ko-KR" altLang="en-US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서버 통신 테스트</a:t>
            </a:r>
            <a:r>
              <a:rPr lang="en-US" altLang="ko-KR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]</a:t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의 </a:t>
            </a:r>
            <a:r>
              <a:rPr lang="en-US" altLang="ko-KR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[</a:t>
            </a:r>
            <a:r>
              <a:rPr lang="ko-KR" altLang="en-US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테스트 진행</a:t>
            </a:r>
            <a:r>
              <a:rPr lang="en-US" altLang="ko-KR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] </a:t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입력 후 </a:t>
            </a:r>
            <a:r>
              <a:rPr lang="en-US" altLang="ko-KR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[</a:t>
            </a:r>
            <a:r>
              <a:rPr lang="ko-KR" altLang="en-US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적용</a:t>
            </a:r>
            <a:r>
              <a:rPr lang="en-US" altLang="ko-KR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] </a:t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입력</a:t>
            </a:r>
            <a:endParaRPr lang="en-US" altLang="ko-KR" sz="1700" dirty="0">
              <a:solidFill>
                <a:srgbClr val="222222"/>
              </a:solidFill>
              <a:latin typeface="Pretendard" pitchFamily="34" charset="0"/>
              <a:ea typeface="Pretendard" pitchFamily="34" charset="-122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앱 재부팅 되며 모니터 우측 상단 </a:t>
            </a:r>
            <a:r>
              <a:rPr lang="ko-KR" altLang="en-US" sz="1700" dirty="0">
                <a:solidFill>
                  <a:schemeClr val="accent6">
                    <a:lumMod val="60000"/>
                    <a:lumOff val="40000"/>
                  </a:schemeClr>
                </a:solidFill>
                <a:latin typeface="Pretendard" pitchFamily="34" charset="0"/>
                <a:ea typeface="Pretendard" pitchFamily="34" charset="-122"/>
              </a:rPr>
              <a:t>● </a:t>
            </a:r>
            <a:r>
              <a:rPr lang="ko-KR" altLang="en-US" sz="1700" dirty="0">
                <a:latin typeface="Pretendard" pitchFamily="34" charset="0"/>
                <a:ea typeface="Pretendard" pitchFamily="34" charset="-122"/>
              </a:rPr>
              <a:t>표시 뜨면 정상 설치 완료</a:t>
            </a:r>
            <a:endParaRPr lang="en-US" sz="1700" dirty="0"/>
          </a:p>
        </p:txBody>
      </p:sp>
      <p:sp>
        <p:nvSpPr>
          <p:cNvPr id="19" name="Shape 9">
            <a:extLst>
              <a:ext uri="{FF2B5EF4-FFF2-40B4-BE49-F238E27FC236}">
                <a16:creationId xmlns:a16="http://schemas.microsoft.com/office/drawing/2014/main" id="{03A870C0-B829-3149-EC74-D2C77867EDD9}"/>
              </a:ext>
            </a:extLst>
          </p:cNvPr>
          <p:cNvSpPr/>
          <p:nvPr/>
        </p:nvSpPr>
        <p:spPr>
          <a:xfrm>
            <a:off x="789878" y="1792353"/>
            <a:ext cx="5667529" cy="3309257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1" descr="/tmp/claude-0/-home-user-ars/e10980de-cf93-514e-8d8f-658883089fc8/scratchpad/photos/b1.jpg">
            <a:extLst>
              <a:ext uri="{FF2B5EF4-FFF2-40B4-BE49-F238E27FC236}">
                <a16:creationId xmlns:a16="http://schemas.microsoft.com/office/drawing/2014/main" id="{11F92956-3A68-31ED-8E3D-D54FBA96E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878" y="1828800"/>
            <a:ext cx="5667529" cy="3476782"/>
          </a:xfrm>
          <a:prstGeom prst="rect">
            <a:avLst/>
          </a:prstGeom>
        </p:spPr>
      </p:pic>
      <p:sp>
        <p:nvSpPr>
          <p:cNvPr id="23" name="Shape 10">
            <a:extLst>
              <a:ext uri="{FF2B5EF4-FFF2-40B4-BE49-F238E27FC236}">
                <a16:creationId xmlns:a16="http://schemas.microsoft.com/office/drawing/2014/main" id="{02FC5E57-75ED-1C1D-ED75-AE29639D1AE8}"/>
              </a:ext>
            </a:extLst>
          </p:cNvPr>
          <p:cNvSpPr/>
          <p:nvPr/>
        </p:nvSpPr>
        <p:spPr>
          <a:xfrm>
            <a:off x="881318" y="1883793"/>
            <a:ext cx="1227100" cy="28031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F1BE4A80-9223-9E91-B7A8-A0F51B264854}"/>
              </a:ext>
            </a:extLst>
          </p:cNvPr>
          <p:cNvSpPr/>
          <p:nvPr/>
        </p:nvSpPr>
        <p:spPr>
          <a:xfrm>
            <a:off x="881318" y="1883793"/>
            <a:ext cx="1227100" cy="2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설정 페이지</a:t>
            </a:r>
            <a:endParaRPr lang="en-US" sz="1100" dirty="0"/>
          </a:p>
        </p:txBody>
      </p:sp>
      <p:sp>
        <p:nvSpPr>
          <p:cNvPr id="27" name="Shape 7">
            <a:extLst>
              <a:ext uri="{FF2B5EF4-FFF2-40B4-BE49-F238E27FC236}">
                <a16:creationId xmlns:a16="http://schemas.microsoft.com/office/drawing/2014/main" id="{6397DF38-B434-13CF-81B5-7D974E9E42DF}"/>
              </a:ext>
            </a:extLst>
          </p:cNvPr>
          <p:cNvSpPr/>
          <p:nvPr/>
        </p:nvSpPr>
        <p:spPr>
          <a:xfrm>
            <a:off x="5519882" y="2903732"/>
            <a:ext cx="654453" cy="314650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D8017631-0AE3-2026-21DC-CD5DAB6B21A0}"/>
              </a:ext>
            </a:extLst>
          </p:cNvPr>
          <p:cNvSpPr/>
          <p:nvPr/>
        </p:nvSpPr>
        <p:spPr>
          <a:xfrm>
            <a:off x="5672282" y="4542083"/>
            <a:ext cx="502053" cy="248195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6E21F49-343C-735F-B5DF-F293669CDE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7534" y="1828799"/>
            <a:ext cx="5299666" cy="3476781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B5900174-6A15-658E-D0F7-82D21D4BCA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1838" y="2122150"/>
            <a:ext cx="1370284" cy="1096232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sp>
        <p:nvSpPr>
          <p:cNvPr id="35" name="Shape 7">
            <a:extLst>
              <a:ext uri="{FF2B5EF4-FFF2-40B4-BE49-F238E27FC236}">
                <a16:creationId xmlns:a16="http://schemas.microsoft.com/office/drawing/2014/main" id="{903ABD00-C734-9543-E96F-D280A9BAFA83}"/>
              </a:ext>
            </a:extLst>
          </p:cNvPr>
          <p:cNvSpPr/>
          <p:nvPr/>
        </p:nvSpPr>
        <p:spPr>
          <a:xfrm>
            <a:off x="11660777" y="1853876"/>
            <a:ext cx="175018" cy="192638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90FAF7FB-9560-DF16-76D4-608CDE83D3CF}"/>
              </a:ext>
            </a:extLst>
          </p:cNvPr>
          <p:cNvCxnSpPr>
            <a:stCxn id="35" idx="0"/>
          </p:cNvCxnSpPr>
          <p:nvPr/>
        </p:nvCxnSpPr>
        <p:spPr>
          <a:xfrm flipH="1">
            <a:off x="10031838" y="1853876"/>
            <a:ext cx="1716448" cy="26827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E47F0CA-C386-2D8E-27E0-91506D6A557D}"/>
              </a:ext>
            </a:extLst>
          </p:cNvPr>
          <p:cNvCxnSpPr/>
          <p:nvPr/>
        </p:nvCxnSpPr>
        <p:spPr>
          <a:xfrm flipH="1">
            <a:off x="11402122" y="2046514"/>
            <a:ext cx="433673" cy="117186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8A4C8-AB12-4DA7-3B7A-3A76F0BC7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B2E72B-E2BC-43D6-9107-CC4BFE711E57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075191D-ABEE-C593-1E1B-99A2E2226AAA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CFDBC13-8FF1-8651-67AE-464F0E3F365C}"/>
              </a:ext>
            </a:extLst>
          </p:cNvPr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8 / 8</a:t>
            </a:r>
            <a:endParaRPr lang="en-US" sz="1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2996024-8B04-0D42-DB55-05261E19A89E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AD6C85B-98F3-C9B4-99B3-51DE4D23B4F8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AF12112-58C0-64E6-4937-4F6842BEA2BA}"/>
              </a:ext>
            </a:extLst>
          </p:cNvPr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LED </a:t>
            </a:r>
            <a:r>
              <a:rPr lang="en-US" sz="26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가리기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</a:t>
            </a: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 정리</a:t>
            </a:r>
            <a:endParaRPr lang="en-US" sz="24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897D456-965C-CAAE-98EF-4A1CA0B125C4}"/>
              </a:ext>
            </a:extLst>
          </p:cNvPr>
          <p:cNvSpPr/>
          <p:nvPr/>
        </p:nvSpPr>
        <p:spPr>
          <a:xfrm>
            <a:off x="1392301" y="1783080"/>
            <a:ext cx="6421120" cy="36118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6.jpg">
            <a:extLst>
              <a:ext uri="{FF2B5EF4-FFF2-40B4-BE49-F238E27FC236}">
                <a16:creationId xmlns:a16="http://schemas.microsoft.com/office/drawing/2014/main" id="{24D2E33A-3275-FDD0-0409-C1902E36EC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2301" y="1783080"/>
            <a:ext cx="6421120" cy="3611880"/>
          </a:xfrm>
          <a:prstGeom prst="rect">
            <a:avLst/>
          </a:prstGeom>
        </p:spPr>
      </p:pic>
      <p:sp>
        <p:nvSpPr>
          <p:cNvPr id="10" name="Shape 7">
            <a:extLst>
              <a:ext uri="{FF2B5EF4-FFF2-40B4-BE49-F238E27FC236}">
                <a16:creationId xmlns:a16="http://schemas.microsoft.com/office/drawing/2014/main" id="{809D4357-D11A-31BB-15B0-635EC9D30EB2}"/>
              </a:ext>
            </a:extLst>
          </p:cNvPr>
          <p:cNvSpPr/>
          <p:nvPr/>
        </p:nvSpPr>
        <p:spPr>
          <a:xfrm>
            <a:off x="1483741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16EE9832-4A0B-3DF6-2262-18506A0B0A9A}"/>
              </a:ext>
            </a:extLst>
          </p:cNvPr>
          <p:cNvSpPr/>
          <p:nvPr/>
        </p:nvSpPr>
        <p:spPr>
          <a:xfrm>
            <a:off x="1483741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LED 위치 확인</a:t>
            </a:r>
            <a:endParaRPr lang="en-US" sz="11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1B33ED17-C29F-1A94-7A36-81DCDDAAA70E}"/>
              </a:ext>
            </a:extLst>
          </p:cNvPr>
          <p:cNvSpPr/>
          <p:nvPr/>
        </p:nvSpPr>
        <p:spPr>
          <a:xfrm>
            <a:off x="8087741" y="1783080"/>
            <a:ext cx="2708910" cy="36118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c1.jpg">
            <a:extLst>
              <a:ext uri="{FF2B5EF4-FFF2-40B4-BE49-F238E27FC236}">
                <a16:creationId xmlns:a16="http://schemas.microsoft.com/office/drawing/2014/main" id="{AABC37CF-3E73-D7B9-4EF7-D9E882AF45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7741" y="1783080"/>
            <a:ext cx="2708910" cy="3611880"/>
          </a:xfrm>
          <a:prstGeom prst="rect">
            <a:avLst/>
          </a:prstGeom>
        </p:spPr>
      </p:pic>
      <p:sp>
        <p:nvSpPr>
          <p:cNvPr id="14" name="Shape 10">
            <a:extLst>
              <a:ext uri="{FF2B5EF4-FFF2-40B4-BE49-F238E27FC236}">
                <a16:creationId xmlns:a16="http://schemas.microsoft.com/office/drawing/2014/main" id="{14D451E2-89A6-2DDE-B6AC-245B3542C303}"/>
              </a:ext>
            </a:extLst>
          </p:cNvPr>
          <p:cNvSpPr/>
          <p:nvPr/>
        </p:nvSpPr>
        <p:spPr>
          <a:xfrm>
            <a:off x="8179181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51D660ED-00F7-F751-A845-C4BE7CC82EBC}"/>
              </a:ext>
            </a:extLst>
          </p:cNvPr>
          <p:cNvSpPr/>
          <p:nvPr/>
        </p:nvSpPr>
        <p:spPr>
          <a:xfrm>
            <a:off x="8179181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마커로 칠하기</a:t>
            </a:r>
            <a:endParaRPr lang="en-US" sz="11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A7852EB5-E676-C76A-595E-67E384BD8F2F}"/>
              </a:ext>
            </a:extLst>
          </p:cNvPr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카메라 작동 시 흰 불(LED)이 들어오는 부분을 전달받은 페인트 마커로 </a:t>
            </a: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칠합니다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b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endParaRPr lang="en-US" sz="1700" dirty="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F7F5887D-B9E5-F983-06C8-F1FD28358FAF}"/>
              </a:ext>
            </a:extLst>
          </p:cNvPr>
          <p:cNvSpPr/>
          <p:nvPr/>
        </p:nvSpPr>
        <p:spPr>
          <a:xfrm>
            <a:off x="640080" y="61036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02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칠하기 전 보호 필름 제거 필수  ·  일반 매직(유성펜)은 지워지므로 반드시 페인트 </a:t>
            </a:r>
            <a:r>
              <a:rPr lang="en-US" sz="1500" b="1" dirty="0" err="1">
                <a:solidFill>
                  <a:srgbClr val="E02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마커</a:t>
            </a:r>
            <a:r>
              <a:rPr lang="en-US" sz="1500" b="1" dirty="0">
                <a:solidFill>
                  <a:srgbClr val="E02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500" b="1" dirty="0" err="1">
                <a:solidFill>
                  <a:srgbClr val="E02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</a:t>
            </a:r>
            <a:endParaRPr lang="en-US" sz="1500" b="1" dirty="0">
              <a:solidFill>
                <a:srgbClr val="E02020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r>
              <a:rPr lang="en-US" altLang="ko-KR" sz="1500" b="1" dirty="0">
                <a:solidFill>
                  <a:srgbClr val="E02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</a:t>
            </a:r>
            <a:r>
              <a:rPr lang="ko-KR" altLang="en-US" sz="1500" b="1" dirty="0">
                <a:solidFill>
                  <a:srgbClr val="E02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케이블이 노출되지 않도록 케이블 타이로 정리 필수</a:t>
            </a:r>
            <a:endParaRPr lang="en-US" sz="1500" b="1" dirty="0">
              <a:solidFill>
                <a:srgbClr val="E02020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0" indent="0">
              <a:buNone/>
            </a:pPr>
            <a:endParaRPr lang="en-US" sz="1500" dirty="0"/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18198D8B-A688-E3C9-8F13-B8949430F304}"/>
              </a:ext>
            </a:extLst>
          </p:cNvPr>
          <p:cNvSpPr/>
          <p:nvPr/>
        </p:nvSpPr>
        <p:spPr>
          <a:xfrm>
            <a:off x="660781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8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575024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463040"/>
            <a:ext cx="5669280" cy="5669280"/>
          </a:xfrm>
          <a:prstGeom prst="ellipse">
            <a:avLst/>
          </a:prstGeom>
          <a:ln w="31750">
            <a:solidFill>
              <a:srgbClr val="3C3C3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0607040" y="4480560"/>
            <a:ext cx="3108960" cy="31089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966960" y="3977640"/>
            <a:ext cx="502920" cy="502920"/>
          </a:xfrm>
          <a:prstGeom prst="ellipse">
            <a:avLst/>
          </a:prstGeom>
          <a:ln w="25400">
            <a:solidFill>
              <a:srgbClr val="FFD4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22960" y="1234440"/>
            <a:ext cx="1554480" cy="155448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123444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 AI 카메라 설치 방법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4251960"/>
            <a:ext cx="9326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방법은 동선스크린과 동일하며, 매체당 카메라 2대를 설치합니다.</a:t>
            </a:r>
            <a:endParaRPr lang="en-US" sz="19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(매장 내부 1대 · 매장 외부 1대)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참고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6×1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 매체 구성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642616" y="1783080"/>
            <a:ext cx="6912864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2616" y="1783080"/>
            <a:ext cx="6912864" cy="3886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계산대미디어는 모니터 6대가 가로로 연결된 6×1 구성의 매체입니다. 매장 내부·외부를 바라보는 카메라 설치 위치는 추후 도면으로 전달 예정입니다.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1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19" y="1188720"/>
            <a:ext cx="4360817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HDMI 분배기 전원부 분리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셋톱박스에 연결되어 있는 HDMI 분배기의 전원부(USB 단자)를 분리합니다.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383780" y="1143000"/>
            <a:ext cx="2880360" cy="51206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/tmp/claude-0/-home-user-ars/e10980de-cf93-514e-8d8f-658883089fc8/scratchpad/photos/a4.jpg">
            <a:extLst>
              <a:ext uri="{FF2B5EF4-FFF2-40B4-BE49-F238E27FC236}">
                <a16:creationId xmlns:a16="http://schemas.microsoft.com/office/drawing/2014/main" id="{D763CD51-ECB7-3726-2AE3-0FF7B2CD8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3780" y="1143000"/>
            <a:ext cx="288036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2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콘센트 연결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638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HDMI </a:t>
            </a:r>
            <a:r>
              <a:rPr lang="ko-KR" altLang="en-US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분배기의 </a:t>
            </a:r>
            <a:r>
              <a:rPr lang="en-US" altLang="ko-KR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USB </a:t>
            </a:r>
            <a:r>
              <a:rPr lang="ko-KR" altLang="en-US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단자를 </a:t>
            </a:r>
            <a:endParaRPr lang="en-US" altLang="ko-KR" sz="1900" dirty="0">
              <a:solidFill>
                <a:srgbClr val="222222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0" indent="0">
              <a:lnSpc>
                <a:spcPct val="135000"/>
              </a:lnSpc>
              <a:buNone/>
            </a:pPr>
            <a:r>
              <a:rPr lang="ko-KR" altLang="en-US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제공된 어댑터에 결합하여 콘센트에 연결합니다</a:t>
            </a:r>
            <a:r>
              <a:rPr lang="en-US" altLang="ko-KR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383780" y="1143000"/>
            <a:ext cx="2880360" cy="51206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/tmp/claude-0/-home-user-ars/e10980de-cf93-514e-8d8f-658883089fc8/scratchpad/photos/a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3780" y="1143000"/>
            <a:ext cx="288036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3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3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연결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410712" y="1783080"/>
            <a:ext cx="2185416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a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6743" y="1783080"/>
            <a:ext cx="2809385" cy="3886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945240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2945239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위에서 내리기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601968" y="1783080"/>
            <a:ext cx="2185416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a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67" y="1783080"/>
            <a:ext cx="2742329" cy="3886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693408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/>
          <p:nvPr/>
        </p:nvSpPr>
        <p:spPr>
          <a:xfrm>
            <a:off x="6693408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아래에서 받기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카메라를 모니터 사이 틈으로 위에서 내리고 아래에서 받아 전달한 뒤, 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카메라의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USB 단자를 셋톱박스의 USB 포트에 연결합니다.</a:t>
            </a:r>
            <a:endParaRPr lang="en-US" sz="1700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53676A6B-AB51-59BB-0CBC-4EAC41BBE053}"/>
              </a:ext>
            </a:extLst>
          </p:cNvPr>
          <p:cNvSpPr/>
          <p:nvPr/>
        </p:nvSpPr>
        <p:spPr>
          <a:xfrm>
            <a:off x="3870444" y="3111130"/>
            <a:ext cx="945396" cy="32918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C619F4C-39D1-8CB6-C4A1-BBF13C27DA1D}"/>
              </a:ext>
            </a:extLst>
          </p:cNvPr>
          <p:cNvSpPr/>
          <p:nvPr/>
        </p:nvSpPr>
        <p:spPr>
          <a:xfrm>
            <a:off x="7855131" y="2917371"/>
            <a:ext cx="435430" cy="67055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4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4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설정 ① — 히든키 입력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332529" y="1783080"/>
            <a:ext cx="2694737" cy="36576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4.jpg"/>
          <p:cNvPicPr>
            <a:picLocks noChangeAspect="1"/>
          </p:cNvPicPr>
          <p:nvPr/>
        </p:nvPicPr>
        <p:blipFill>
          <a:blip r:embed="rId2"/>
          <a:srcRect l="31070" r="30686" b="6274"/>
          <a:stretch>
            <a:fillRect/>
          </a:stretch>
        </p:blipFill>
        <p:spPr>
          <a:xfrm>
            <a:off x="1335024" y="1783080"/>
            <a:ext cx="2694629" cy="36576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423969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1423969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히든키 입력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70448"/>
            <a:ext cx="11247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3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셋톱박스</a:t>
            </a:r>
            <a:r>
              <a:rPr lang="en-US" altLang="ko-KR" sz="1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r>
              <a:rPr lang="ko-KR" altLang="en-US" sz="1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리모컨 </a:t>
            </a:r>
            <a:r>
              <a:rPr lang="ko-KR" altLang="en-US" sz="13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페어링</a:t>
            </a:r>
            <a:r>
              <a:rPr lang="ko-KR" altLang="en-US" sz="1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후 </a:t>
            </a:r>
            <a:r>
              <a:rPr lang="en-US" sz="13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리모컨으로</a:t>
            </a:r>
            <a:r>
              <a:rPr lang="en-US" sz="1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히든키(되감기 0407)를 입력하면 ON AD 셋톱박스 설정 페이지가 열립니다. 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1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상단 </a:t>
            </a:r>
            <a:r>
              <a:rPr lang="en-US" altLang="ko-KR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</a:t>
            </a:r>
            <a:r>
              <a:rPr lang="en-US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</a:t>
            </a:r>
            <a:r>
              <a:rPr lang="ko-KR" altLang="en-US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모드</a:t>
            </a:r>
            <a:r>
              <a:rPr lang="en-US" altLang="ko-KR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]</a:t>
            </a:r>
            <a:r>
              <a:rPr lang="ko-KR" altLang="en-US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 </a:t>
            </a:r>
            <a:r>
              <a:rPr lang="en-US" altLang="ko-KR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</a:t>
            </a:r>
            <a:r>
              <a:rPr lang="ko-KR" altLang="en-US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성별</a:t>
            </a:r>
            <a:r>
              <a:rPr lang="en-US" altLang="ko-KR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</a:t>
            </a:r>
            <a:r>
              <a:rPr lang="ko-KR" altLang="en-US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연령 분석</a:t>
            </a:r>
            <a:r>
              <a:rPr lang="en-US" altLang="ko-KR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]</a:t>
            </a:r>
            <a:r>
              <a:rPr lang="ko-KR" altLang="en-US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되어있는지 확인 </a:t>
            </a:r>
            <a:r>
              <a:rPr lang="ko-KR" altLang="en-US" sz="1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합니다</a:t>
            </a:r>
            <a:r>
              <a:rPr lang="en-US" altLang="ko-KR" sz="1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 </a:t>
            </a:r>
            <a:r>
              <a:rPr lang="en-US" altLang="ko-KR" sz="1300" b="1" dirty="0">
                <a:solidFill>
                  <a:srgbClr val="FF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ko-KR" altLang="en-US" sz="1300" b="1" dirty="0">
                <a:solidFill>
                  <a:srgbClr val="FF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동선매체처럼 변경 불필요</a:t>
            </a:r>
            <a:r>
              <a:rPr lang="en-US" altLang="ko-KR" sz="1300" b="1" dirty="0">
                <a:solidFill>
                  <a:srgbClr val="FF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</a:t>
            </a:r>
            <a:r>
              <a:rPr lang="ko-KR" altLang="en-US" sz="1300" b="1" dirty="0">
                <a:solidFill>
                  <a:srgbClr val="FF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기본값 설정으로 문구만 확인 후 다음 단계로</a:t>
            </a:r>
            <a:r>
              <a:rPr lang="en-US" altLang="ko-KR" sz="1300" b="1" dirty="0">
                <a:solidFill>
                  <a:srgbClr val="FF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</a:t>
            </a:r>
            <a:endParaRPr lang="en-US" sz="1700" b="1" dirty="0">
              <a:solidFill>
                <a:srgbClr val="FF0000"/>
              </a:solidFill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AFE4E49-B5DC-C172-3580-AEED9FBDF52C}"/>
              </a:ext>
            </a:extLst>
          </p:cNvPr>
          <p:cNvGrpSpPr/>
          <p:nvPr/>
        </p:nvGrpSpPr>
        <p:grpSpPr>
          <a:xfrm>
            <a:off x="4517136" y="1783080"/>
            <a:ext cx="5968080" cy="3657600"/>
            <a:chOff x="4517136" y="1783080"/>
            <a:chExt cx="5968080" cy="3657600"/>
          </a:xfrm>
        </p:grpSpPr>
        <p:sp>
          <p:nvSpPr>
            <p:cNvPr id="12" name="Shape 9"/>
            <p:cNvSpPr/>
            <p:nvPr/>
          </p:nvSpPr>
          <p:spPr>
            <a:xfrm>
              <a:off x="4521499" y="1783080"/>
              <a:ext cx="5963717" cy="365760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3" name="Image 1" descr="/tmp/claude-0/-home-user-ars/e10980de-cf93-514e-8d8f-658883089fc8/scratchpad/photos/b1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517136" y="1783080"/>
              <a:ext cx="5964040" cy="3657600"/>
            </a:xfrm>
            <a:prstGeom prst="rect">
              <a:avLst/>
            </a:prstGeom>
          </p:spPr>
        </p:pic>
        <p:sp>
          <p:nvSpPr>
            <p:cNvPr id="14" name="Shape 10"/>
            <p:cNvSpPr/>
            <p:nvPr/>
          </p:nvSpPr>
          <p:spPr>
            <a:xfrm>
              <a:off x="4612939" y="1874520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1"/>
            <p:cNvSpPr/>
            <p:nvPr/>
          </p:nvSpPr>
          <p:spPr>
            <a:xfrm>
              <a:off x="4612939" y="1874520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설정 페이지</a:t>
              </a:r>
              <a:endParaRPr lang="en-US" sz="1100" dirty="0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C59ABCB6-BEC7-9AD2-5D46-EE04F70CC4FF}"/>
              </a:ext>
            </a:extLst>
          </p:cNvPr>
          <p:cNvSpPr txBox="1"/>
          <p:nvPr/>
        </p:nvSpPr>
        <p:spPr>
          <a:xfrm>
            <a:off x="640080" y="6528816"/>
            <a:ext cx="11247120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50" b="1" dirty="0">
                <a:solidFill>
                  <a:srgbClr val="FF0000"/>
                </a:solidFill>
              </a:rPr>
              <a:t>※ </a:t>
            </a:r>
            <a:r>
              <a:rPr lang="ko-KR" altLang="en-US" sz="1150" b="1" dirty="0" err="1">
                <a:solidFill>
                  <a:srgbClr val="FF0000"/>
                </a:solidFill>
              </a:rPr>
              <a:t>히든키</a:t>
            </a:r>
            <a:r>
              <a:rPr lang="ko-KR" altLang="en-US" sz="1150" b="1" dirty="0">
                <a:solidFill>
                  <a:srgbClr val="FF0000"/>
                </a:solidFill>
              </a:rPr>
              <a:t> 입력 시 되감기 누른 상태에서 </a:t>
            </a:r>
            <a:r>
              <a:rPr lang="en-US" altLang="ko-KR" sz="1150" b="1" dirty="0">
                <a:solidFill>
                  <a:srgbClr val="FF0000"/>
                </a:solidFill>
              </a:rPr>
              <a:t>0407 </a:t>
            </a:r>
            <a:r>
              <a:rPr lang="ko-KR" altLang="en-US" sz="1150" b="1" dirty="0">
                <a:solidFill>
                  <a:srgbClr val="FF0000"/>
                </a:solidFill>
              </a:rPr>
              <a:t>입력이 아닌 되감기 </a:t>
            </a:r>
            <a:r>
              <a:rPr lang="en-US" altLang="ko-KR" sz="1150" b="1" dirty="0">
                <a:solidFill>
                  <a:srgbClr val="FF0000"/>
                </a:solidFill>
              </a:rPr>
              <a:t>-&gt;0-&gt;4-&gt;0-&gt;7 </a:t>
            </a:r>
            <a:r>
              <a:rPr lang="ko-KR" altLang="en-US" sz="1150" b="1" dirty="0">
                <a:solidFill>
                  <a:srgbClr val="FF0000"/>
                </a:solidFill>
              </a:rPr>
              <a:t>순차 입력 입니다</a:t>
            </a:r>
            <a:r>
              <a:rPr lang="en-US" altLang="ko-KR" sz="1150" b="1" dirty="0">
                <a:solidFill>
                  <a:srgbClr val="FF0000"/>
                </a:solidFill>
              </a:rPr>
              <a:t>.</a:t>
            </a:r>
            <a:endParaRPr lang="ko-KR" altLang="en-US" sz="1300" b="1" dirty="0">
              <a:solidFill>
                <a:srgbClr val="FF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C1F376ED-AA41-19E7-5C9E-2942C3772D36}"/>
              </a:ext>
            </a:extLst>
          </p:cNvPr>
          <p:cNvSpPr/>
          <p:nvPr/>
        </p:nvSpPr>
        <p:spPr>
          <a:xfrm>
            <a:off x="1715144" y="3979329"/>
            <a:ext cx="641981" cy="1858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16D0824-C50F-850B-A63E-B606F3F421CD}"/>
              </a:ext>
            </a:extLst>
          </p:cNvPr>
          <p:cNvSpPr/>
          <p:nvPr/>
        </p:nvSpPr>
        <p:spPr>
          <a:xfrm>
            <a:off x="1732038" y="4697334"/>
            <a:ext cx="641981" cy="185836"/>
          </a:xfrm>
          <a:prstGeom prst="rect">
            <a:avLst/>
          </a:prstGeom>
          <a:noFill/>
          <a:ln w="38100">
            <a:solidFill>
              <a:srgbClr val="2E9E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5A46D38E-AEF6-B587-7F40-741877F628E8}"/>
              </a:ext>
            </a:extLst>
          </p:cNvPr>
          <p:cNvSpPr/>
          <p:nvPr/>
        </p:nvSpPr>
        <p:spPr>
          <a:xfrm>
            <a:off x="3125812" y="4697334"/>
            <a:ext cx="641981" cy="185836"/>
          </a:xfrm>
          <a:prstGeom prst="rect">
            <a:avLst/>
          </a:prstGeom>
          <a:noFill/>
          <a:ln w="38100">
            <a:solidFill>
              <a:srgbClr val="2E9E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1" name="badge901"/>
          <p:cNvSpPr/>
          <p:nvPr/>
        </p:nvSpPr>
        <p:spPr>
          <a:xfrm>
            <a:off x="1577984" y="3842169"/>
            <a:ext cx="274320" cy="27432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902" name="badge902"/>
          <p:cNvSpPr/>
          <p:nvPr/>
        </p:nvSpPr>
        <p:spPr>
          <a:xfrm>
            <a:off x="1594878" y="4560174"/>
            <a:ext cx="274320" cy="274320"/>
          </a:xfrm>
          <a:prstGeom prst="ellipse">
            <a:avLst/>
          </a:prstGeom>
          <a:solidFill>
            <a:srgbClr val="2E9E4F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903" name="badge903"/>
          <p:cNvSpPr/>
          <p:nvPr/>
        </p:nvSpPr>
        <p:spPr>
          <a:xfrm>
            <a:off x="2988652" y="4560174"/>
            <a:ext cx="274320" cy="274320"/>
          </a:xfrm>
          <a:prstGeom prst="ellipse">
            <a:avLst/>
          </a:prstGeom>
          <a:solidFill>
            <a:srgbClr val="2E9E4F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990" name="legend"/>
          <p:cNvSpPr/>
          <p:nvPr/>
        </p:nvSpPr>
        <p:spPr>
          <a:xfrm>
            <a:off x="1335024" y="5522976"/>
            <a:ext cx="8229600" cy="27432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ko-KR" sz="1250" b="1" dirty="0">
                <a:solidFill>
                  <a:srgbClr val="FF0000"/>
                </a:solidFill>
                <a:latin typeface="Pretendard"/>
                <a:ea typeface="Pretendard"/>
              </a:rPr>
              <a:t>➊ 되감기 버튼</a:t>
            </a:r>
            <a:r>
              <a:rPr lang="ko-KR" sz="1250" dirty="0">
                <a:latin typeface="Pretendard"/>
                <a:ea typeface="Pretendard"/>
              </a:rPr>
              <a:t>     </a:t>
            </a:r>
            <a:r>
              <a:rPr lang="ko-KR" sz="1250" b="1" dirty="0">
                <a:solidFill>
                  <a:srgbClr val="2E9E4F"/>
                </a:solidFill>
                <a:latin typeface="Pretendard"/>
                <a:ea typeface="Pretendard"/>
              </a:rPr>
              <a:t>➋ 페어링 버튼 (양쪽 동시 입력)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5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5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설정 ② — 화각 확인</a:t>
            </a:r>
            <a:endParaRPr lang="en-US" sz="2400" dirty="0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9540CB90-BF37-92A0-A5DC-E8033E9B5200}"/>
              </a:ext>
            </a:extLst>
          </p:cNvPr>
          <p:cNvGrpSpPr/>
          <p:nvPr/>
        </p:nvGrpSpPr>
        <p:grpSpPr>
          <a:xfrm>
            <a:off x="6096000" y="1865248"/>
            <a:ext cx="5667528" cy="3440335"/>
            <a:chOff x="516636" y="2162429"/>
            <a:chExt cx="5479946" cy="3127503"/>
          </a:xfrm>
        </p:grpSpPr>
        <p:sp>
          <p:nvSpPr>
            <p:cNvPr id="8" name="Shape 6"/>
            <p:cNvSpPr/>
            <p:nvPr/>
          </p:nvSpPr>
          <p:spPr>
            <a:xfrm>
              <a:off x="516636" y="2162429"/>
              <a:ext cx="5479946" cy="3127503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0" descr="/tmp/claude-0/-home-user-ars/e10980de-cf93-514e-8d8f-658883089fc8/scratchpad/photos/b2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6636" y="2162429"/>
              <a:ext cx="5479946" cy="3127503"/>
            </a:xfrm>
            <a:prstGeom prst="rect">
              <a:avLst/>
            </a:prstGeom>
          </p:spPr>
        </p:pic>
        <p:sp>
          <p:nvSpPr>
            <p:cNvPr id="10" name="Shape 7"/>
            <p:cNvSpPr/>
            <p:nvPr/>
          </p:nvSpPr>
          <p:spPr>
            <a:xfrm>
              <a:off x="608076" y="2253869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 8"/>
            <p:cNvSpPr/>
            <p:nvPr/>
          </p:nvSpPr>
          <p:spPr>
            <a:xfrm>
              <a:off x="608076" y="2253869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화각 확인 1</a:t>
              </a:r>
              <a:endParaRPr lang="en-US" sz="1100" dirty="0"/>
            </a:p>
          </p:txBody>
        </p:sp>
      </p:grpSp>
      <p:sp>
        <p:nvSpPr>
          <p:cNvPr id="16" name="Text 12"/>
          <p:cNvSpPr/>
          <p:nvPr/>
        </p:nvSpPr>
        <p:spPr>
          <a:xfrm>
            <a:off x="655320" y="57607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[AI 카메라 설정]의 [설정진행하기]를 누른 뒤, 화각 확인 1에서 [</a:t>
            </a:r>
            <a:r>
              <a:rPr lang="en-US" sz="17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</a:t>
            </a:r>
            <a:r>
              <a:rPr lang="en-US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]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부착 위치 확인은 다음 단계에서 진행합니다.</a:t>
            </a:r>
            <a:endParaRPr lang="en-US" sz="1700" dirty="0"/>
          </a:p>
        </p:txBody>
      </p:sp>
      <p:sp>
        <p:nvSpPr>
          <p:cNvPr id="20" name="Shape 9">
            <a:extLst>
              <a:ext uri="{FF2B5EF4-FFF2-40B4-BE49-F238E27FC236}">
                <a16:creationId xmlns:a16="http://schemas.microsoft.com/office/drawing/2014/main" id="{39AB6EB5-9743-C3C7-E555-0E477EEAF28C}"/>
              </a:ext>
            </a:extLst>
          </p:cNvPr>
          <p:cNvSpPr/>
          <p:nvPr/>
        </p:nvSpPr>
        <p:spPr>
          <a:xfrm>
            <a:off x="337032" y="1828801"/>
            <a:ext cx="5667529" cy="3309257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1" descr="/tmp/claude-0/-home-user-ars/e10980de-cf93-514e-8d8f-658883089fc8/scratchpad/photos/b1.jpg">
            <a:extLst>
              <a:ext uri="{FF2B5EF4-FFF2-40B4-BE49-F238E27FC236}">
                <a16:creationId xmlns:a16="http://schemas.microsoft.com/office/drawing/2014/main" id="{6A2E8059-CDCA-93AF-7DA9-C0A29540B1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032" y="1865248"/>
            <a:ext cx="5667529" cy="3476782"/>
          </a:xfrm>
          <a:prstGeom prst="rect">
            <a:avLst/>
          </a:prstGeom>
        </p:spPr>
      </p:pic>
      <p:sp>
        <p:nvSpPr>
          <p:cNvPr id="24" name="Shape 10">
            <a:extLst>
              <a:ext uri="{FF2B5EF4-FFF2-40B4-BE49-F238E27FC236}">
                <a16:creationId xmlns:a16="http://schemas.microsoft.com/office/drawing/2014/main" id="{F7CFDA42-674A-D7A3-CD27-496321D9936F}"/>
              </a:ext>
            </a:extLst>
          </p:cNvPr>
          <p:cNvSpPr/>
          <p:nvPr/>
        </p:nvSpPr>
        <p:spPr>
          <a:xfrm>
            <a:off x="428472" y="1920241"/>
            <a:ext cx="1227100" cy="28031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E4EC5B65-CB45-BF38-CA11-C689FF01411B}"/>
              </a:ext>
            </a:extLst>
          </p:cNvPr>
          <p:cNvSpPr/>
          <p:nvPr/>
        </p:nvSpPr>
        <p:spPr>
          <a:xfrm>
            <a:off x="428472" y="1920241"/>
            <a:ext cx="1227100" cy="2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설정 페이지</a:t>
            </a:r>
            <a:endParaRPr lang="en-US" sz="1100" dirty="0"/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E3A56F8E-BB86-C65F-F8B4-AEF7671B1E86}"/>
              </a:ext>
            </a:extLst>
          </p:cNvPr>
          <p:cNvSpPr/>
          <p:nvPr/>
        </p:nvSpPr>
        <p:spPr>
          <a:xfrm>
            <a:off x="5067036" y="2146889"/>
            <a:ext cx="654453" cy="246573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5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b="1" dirty="0">
              <a:latin typeface="Pretendard" panose="02030600000101010101" pitchFamily="18" charset="-127"/>
              <a:ea typeface="Pretendard" panose="02030600000101010101" pitchFamily="18" charset="-127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A092732B-609A-AABF-F08B-81E96EF0FE74}"/>
              </a:ext>
            </a:extLst>
          </p:cNvPr>
          <p:cNvGrpSpPr/>
          <p:nvPr/>
        </p:nvGrpSpPr>
        <p:grpSpPr>
          <a:xfrm>
            <a:off x="6096000" y="1738653"/>
            <a:ext cx="5727118" cy="3363033"/>
            <a:chOff x="2692183" y="1744218"/>
            <a:chExt cx="6790870" cy="3925062"/>
          </a:xfrm>
        </p:grpSpPr>
        <p:sp>
          <p:nvSpPr>
            <p:cNvPr id="8" name="Shape 6"/>
            <p:cNvSpPr/>
            <p:nvPr/>
          </p:nvSpPr>
          <p:spPr>
            <a:xfrm>
              <a:off x="2705899" y="1783080"/>
              <a:ext cx="6777154" cy="388620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0" descr="/tmp/claude-0/-home-user-ars/e10980de-cf93-514e-8d8f-658883089fc8/scratchpad/photos/b8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92183" y="1744218"/>
              <a:ext cx="6777154" cy="3886200"/>
            </a:xfrm>
            <a:prstGeom prst="rect">
              <a:avLst/>
            </a:prstGeom>
          </p:spPr>
        </p:pic>
        <p:sp>
          <p:nvSpPr>
            <p:cNvPr id="10" name="Shape 7"/>
            <p:cNvSpPr/>
            <p:nvPr/>
          </p:nvSpPr>
          <p:spPr>
            <a:xfrm>
              <a:off x="6012607" y="4930901"/>
              <a:ext cx="372743" cy="607749"/>
            </a:xfrm>
            <a:prstGeom prst="rect">
              <a:avLst/>
            </a:prstGeom>
            <a:ln w="31750">
              <a:solidFill>
                <a:srgbClr val="FF000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1" name="Text 8"/>
          <p:cNvSpPr/>
          <p:nvPr/>
        </p:nvSpPr>
        <p:spPr>
          <a:xfrm>
            <a:off x="640080" y="5425440"/>
            <a:ext cx="108813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화각</a:t>
            </a:r>
            <a:r>
              <a:rPr lang="en-US" altLang="ko-KR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altLang="ko-KR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</a:t>
            </a:r>
            <a:r>
              <a:rPr lang="en-US" altLang="ko-KR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2에서 [</a:t>
            </a:r>
            <a:r>
              <a:rPr lang="en-US" altLang="ko-KR" sz="17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</a:t>
            </a:r>
            <a:r>
              <a:rPr lang="en-US" altLang="ko-KR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], </a:t>
            </a:r>
            <a:r>
              <a:rPr lang="ko-KR" alt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화각</a:t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확인 </a:t>
            </a:r>
            <a:r>
              <a:rPr lang="en-US" altLang="ko-KR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</a:t>
            </a:r>
            <a:r>
              <a:rPr lang="en-US" altLang="ko-KR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카메라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시점 </a:t>
            </a: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화면에서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</a:p>
          <a:p>
            <a:pPr>
              <a:lnSpc>
                <a:spcPct val="130000"/>
              </a:lnSpc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'카메라 화면을 보며 카메라의 각도를 변경해 주세요' 문구 중 '세요' 글자 </a:t>
            </a: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바로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</a:t>
            </a:r>
            <a:endParaRPr lang="en-US" sz="1700" dirty="0">
              <a:solidFill>
                <a:srgbClr val="222222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(빨간 네모 위치)에 카메라를 부착하면 화면 정가운데쯤에 위치하게 됩니다.</a:t>
            </a:r>
            <a:endParaRPr lang="en-US" sz="17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02A7FACD-12D9-5B7F-85D7-EEF817DDD7CE}"/>
              </a:ext>
            </a:extLst>
          </p:cNvPr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</a:t>
            </a:r>
            <a:r>
              <a:rPr lang="en-US" sz="26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설정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</a:t>
            </a: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부착 위치 확인</a:t>
            </a:r>
            <a:endParaRPr lang="en-US" sz="2400" dirty="0"/>
          </a:p>
        </p:txBody>
      </p:sp>
      <p:sp>
        <p:nvSpPr>
          <p:cNvPr id="15" name="Text 4">
            <a:extLst>
              <a:ext uri="{FF2B5EF4-FFF2-40B4-BE49-F238E27FC236}">
                <a16:creationId xmlns:a16="http://schemas.microsoft.com/office/drawing/2014/main" id="{B6155828-F65F-D735-7802-CCDD4B0E44EB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5</a:t>
            </a:r>
            <a:endParaRPr lang="en-US" sz="2400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F1551EF8-21E7-1840-62E7-7E4393EED472}"/>
              </a:ext>
            </a:extLst>
          </p:cNvPr>
          <p:cNvGrpSpPr/>
          <p:nvPr/>
        </p:nvGrpSpPr>
        <p:grpSpPr>
          <a:xfrm>
            <a:off x="329908" y="1738653"/>
            <a:ext cx="5555338" cy="3329736"/>
            <a:chOff x="6270902" y="2162429"/>
            <a:chExt cx="5401414" cy="3127503"/>
          </a:xfrm>
        </p:grpSpPr>
        <p:sp>
          <p:nvSpPr>
            <p:cNvPr id="18" name="Shape 9">
              <a:extLst>
                <a:ext uri="{FF2B5EF4-FFF2-40B4-BE49-F238E27FC236}">
                  <a16:creationId xmlns:a16="http://schemas.microsoft.com/office/drawing/2014/main" id="{B5EBD316-3152-C617-E4CA-3D019F903B95}"/>
                </a:ext>
              </a:extLst>
            </p:cNvPr>
            <p:cNvSpPr/>
            <p:nvPr/>
          </p:nvSpPr>
          <p:spPr>
            <a:xfrm>
              <a:off x="6270902" y="2162429"/>
              <a:ext cx="5401414" cy="3127503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9" name="Image 1" descr="/tmp/claude-0/-home-user-ars/e10980de-cf93-514e-8d8f-658883089fc8/scratchpad/photos/b3.jpg">
              <a:extLst>
                <a:ext uri="{FF2B5EF4-FFF2-40B4-BE49-F238E27FC236}">
                  <a16:creationId xmlns:a16="http://schemas.microsoft.com/office/drawing/2014/main" id="{12B6994A-9F73-7E0A-5381-29ED35F43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70902" y="2162429"/>
              <a:ext cx="5401414" cy="3127503"/>
            </a:xfrm>
            <a:prstGeom prst="rect">
              <a:avLst/>
            </a:prstGeom>
          </p:spPr>
        </p:pic>
        <p:sp>
          <p:nvSpPr>
            <p:cNvPr id="20" name="Shape 10">
              <a:extLst>
                <a:ext uri="{FF2B5EF4-FFF2-40B4-BE49-F238E27FC236}">
                  <a16:creationId xmlns:a16="http://schemas.microsoft.com/office/drawing/2014/main" id="{0D6438B5-7F67-05DE-5E5F-F12EA73A813C}"/>
                </a:ext>
              </a:extLst>
            </p:cNvPr>
            <p:cNvSpPr/>
            <p:nvPr/>
          </p:nvSpPr>
          <p:spPr>
            <a:xfrm>
              <a:off x="6362342" y="2240720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 11">
              <a:extLst>
                <a:ext uri="{FF2B5EF4-FFF2-40B4-BE49-F238E27FC236}">
                  <a16:creationId xmlns:a16="http://schemas.microsoft.com/office/drawing/2014/main" id="{1FDACF39-E6D0-DBB3-FC82-E13399D5EF95}"/>
                </a:ext>
              </a:extLst>
            </p:cNvPr>
            <p:cNvSpPr/>
            <p:nvPr/>
          </p:nvSpPr>
          <p:spPr>
            <a:xfrm>
              <a:off x="6362342" y="2247101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화각 확인 2</a:t>
              </a:r>
              <a:endParaRPr lang="en-US" sz="1100" dirty="0"/>
            </a:p>
          </p:txBody>
        </p:sp>
      </p:grpSp>
      <p:sp>
        <p:nvSpPr>
          <p:cNvPr id="25" name="Shape 10">
            <a:extLst>
              <a:ext uri="{FF2B5EF4-FFF2-40B4-BE49-F238E27FC236}">
                <a16:creationId xmlns:a16="http://schemas.microsoft.com/office/drawing/2014/main" id="{7DE924F6-0C3C-EC38-A405-55D84B807201}"/>
              </a:ext>
            </a:extLst>
          </p:cNvPr>
          <p:cNvSpPr/>
          <p:nvPr/>
        </p:nvSpPr>
        <p:spPr>
          <a:xfrm>
            <a:off x="6271759" y="1836006"/>
            <a:ext cx="1410686" cy="350470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pPr algn="ctr"/>
            <a:endParaRPr lang="en-US" altLang="ko-KR" sz="1100" dirty="0"/>
          </a:p>
        </p:txBody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8FA541B1-A5CE-CAED-B73E-C47CA380ACE8}"/>
              </a:ext>
            </a:extLst>
          </p:cNvPr>
          <p:cNvSpPr/>
          <p:nvPr/>
        </p:nvSpPr>
        <p:spPr>
          <a:xfrm>
            <a:off x="6283326" y="1835662"/>
            <a:ext cx="1410686" cy="35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화각 </a:t>
            </a:r>
            <a:r>
              <a:rPr lang="en-US" sz="11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</a:t>
            </a: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3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6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6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부착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257640" y="1783080"/>
            <a:ext cx="2185988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a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640" y="1783080"/>
            <a:ext cx="2185988" cy="3886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349080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1349080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모습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717948" y="1783080"/>
            <a:ext cx="7213364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b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7948" y="1783080"/>
            <a:ext cx="7213364" cy="3886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809388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/>
          <p:nvPr/>
        </p:nvSpPr>
        <p:spPr>
          <a:xfrm>
            <a:off x="3809388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부착 완료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 테이프를 활용하여 위에서 확인한 위치(TV 밑면 가운데)에 </a:t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카메라를 부착합니다.</a:t>
            </a:r>
            <a:endParaRPr lang="en-US" sz="1700" dirty="0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C2AB5B0F-45CF-DA43-0C55-2DE2F2553BB4}"/>
              </a:ext>
            </a:extLst>
          </p:cNvPr>
          <p:cNvGrpSpPr/>
          <p:nvPr/>
        </p:nvGrpSpPr>
        <p:grpSpPr>
          <a:xfrm>
            <a:off x="5620771" y="2720835"/>
            <a:ext cx="2515906" cy="2956733"/>
            <a:chOff x="4362818" y="3104012"/>
            <a:chExt cx="2515906" cy="2956733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B0EF4A9C-3B9D-67D8-3751-FC2675E72EC3}"/>
                </a:ext>
              </a:extLst>
            </p:cNvPr>
            <p:cNvSpPr/>
            <p:nvPr/>
          </p:nvSpPr>
          <p:spPr>
            <a:xfrm>
              <a:off x="5936622" y="5825614"/>
              <a:ext cx="502319" cy="235131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7" name="Image 1" descr="/tmp/claude-0/-home-user-ars/e10980de-cf93-514e-8d8f-658883089fc8/scratchpad/photos/photo12.jpg">
              <a:extLst>
                <a:ext uri="{FF2B5EF4-FFF2-40B4-BE49-F238E27FC236}">
                  <a16:creationId xmlns:a16="http://schemas.microsoft.com/office/drawing/2014/main" id="{F84C6AD9-79B3-FBC5-14F4-0D695A28A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48199" t="94204" r="44816"/>
            <a:stretch>
              <a:fillRect/>
            </a:stretch>
          </p:blipFill>
          <p:spPr>
            <a:xfrm>
              <a:off x="4362818" y="3104012"/>
              <a:ext cx="2515906" cy="964278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</p:pic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4C936891-7FDB-4725-EE70-26FB739032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8941" y="4068290"/>
              <a:ext cx="439783" cy="1757324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1CB4D9B6-945C-47BD-01F5-693C9E4648B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362818" y="4084340"/>
              <a:ext cx="1573804" cy="1976405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7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7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6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카메라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 통신 테스트 및 기능 활성화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[</a:t>
            </a:r>
            <a:r>
              <a:rPr lang="ko-KR" altLang="en-US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서버 통신 테스트</a:t>
            </a:r>
            <a:r>
              <a:rPr lang="en-US" altLang="ko-KR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]</a:t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의 </a:t>
            </a:r>
            <a:r>
              <a:rPr lang="en-US" altLang="ko-KR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[</a:t>
            </a:r>
            <a:r>
              <a:rPr lang="ko-KR" altLang="en-US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테스트 진행</a:t>
            </a:r>
            <a:r>
              <a:rPr lang="en-US" altLang="ko-KR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] </a:t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입력 후 </a:t>
            </a:r>
            <a:r>
              <a:rPr lang="en-US" altLang="ko-KR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[</a:t>
            </a:r>
            <a:r>
              <a:rPr lang="ko-KR" altLang="en-US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적용</a:t>
            </a:r>
            <a:r>
              <a:rPr lang="en-US" altLang="ko-KR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] </a:t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입력</a:t>
            </a:r>
            <a:endParaRPr lang="en-US" altLang="ko-KR" sz="1700" dirty="0">
              <a:solidFill>
                <a:srgbClr val="222222"/>
              </a:solidFill>
              <a:latin typeface="Pretendard" pitchFamily="34" charset="0"/>
              <a:ea typeface="Pretendard" pitchFamily="34" charset="-122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앱 재부팅 되며 모니터 우측 상단 </a:t>
            </a:r>
            <a:r>
              <a:rPr lang="ko-KR" altLang="en-US" sz="1700" dirty="0">
                <a:solidFill>
                  <a:schemeClr val="accent6">
                    <a:lumMod val="60000"/>
                    <a:lumOff val="40000"/>
                  </a:schemeClr>
                </a:solidFill>
                <a:latin typeface="Pretendard" pitchFamily="34" charset="0"/>
                <a:ea typeface="Pretendard" pitchFamily="34" charset="-122"/>
              </a:rPr>
              <a:t>● </a:t>
            </a:r>
            <a:r>
              <a:rPr lang="ko-KR" altLang="en-US" sz="1700" dirty="0">
                <a:latin typeface="Pretendard" pitchFamily="34" charset="0"/>
                <a:ea typeface="Pretendard" pitchFamily="34" charset="-122"/>
              </a:rPr>
              <a:t>표시 뜨면 정상 설치 완료</a:t>
            </a:r>
            <a:endParaRPr lang="en-US" sz="1700" dirty="0"/>
          </a:p>
        </p:txBody>
      </p:sp>
      <p:sp>
        <p:nvSpPr>
          <p:cNvPr id="19" name="Shape 9">
            <a:extLst>
              <a:ext uri="{FF2B5EF4-FFF2-40B4-BE49-F238E27FC236}">
                <a16:creationId xmlns:a16="http://schemas.microsoft.com/office/drawing/2014/main" id="{03A870C0-B829-3149-EC74-D2C77867EDD9}"/>
              </a:ext>
            </a:extLst>
          </p:cNvPr>
          <p:cNvSpPr/>
          <p:nvPr/>
        </p:nvSpPr>
        <p:spPr>
          <a:xfrm>
            <a:off x="789878" y="1792353"/>
            <a:ext cx="5667529" cy="3309257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1" descr="/tmp/claude-0/-home-user-ars/e10980de-cf93-514e-8d8f-658883089fc8/scratchpad/photos/b1.jpg">
            <a:extLst>
              <a:ext uri="{FF2B5EF4-FFF2-40B4-BE49-F238E27FC236}">
                <a16:creationId xmlns:a16="http://schemas.microsoft.com/office/drawing/2014/main" id="{11F92956-3A68-31ED-8E3D-D54FBA96E6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878" y="1828800"/>
            <a:ext cx="5667529" cy="3476782"/>
          </a:xfrm>
          <a:prstGeom prst="rect">
            <a:avLst/>
          </a:prstGeom>
        </p:spPr>
      </p:pic>
      <p:sp>
        <p:nvSpPr>
          <p:cNvPr id="23" name="Shape 10">
            <a:extLst>
              <a:ext uri="{FF2B5EF4-FFF2-40B4-BE49-F238E27FC236}">
                <a16:creationId xmlns:a16="http://schemas.microsoft.com/office/drawing/2014/main" id="{02FC5E57-75ED-1C1D-ED75-AE29639D1AE8}"/>
              </a:ext>
            </a:extLst>
          </p:cNvPr>
          <p:cNvSpPr/>
          <p:nvPr/>
        </p:nvSpPr>
        <p:spPr>
          <a:xfrm>
            <a:off x="881318" y="1883793"/>
            <a:ext cx="1227100" cy="28031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F1BE4A80-9223-9E91-B7A8-A0F51B264854}"/>
              </a:ext>
            </a:extLst>
          </p:cNvPr>
          <p:cNvSpPr/>
          <p:nvPr/>
        </p:nvSpPr>
        <p:spPr>
          <a:xfrm>
            <a:off x="881318" y="1883793"/>
            <a:ext cx="1227100" cy="2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설정 페이지</a:t>
            </a:r>
            <a:endParaRPr lang="en-US" sz="1100" dirty="0"/>
          </a:p>
        </p:txBody>
      </p:sp>
      <p:sp>
        <p:nvSpPr>
          <p:cNvPr id="27" name="Shape 7">
            <a:extLst>
              <a:ext uri="{FF2B5EF4-FFF2-40B4-BE49-F238E27FC236}">
                <a16:creationId xmlns:a16="http://schemas.microsoft.com/office/drawing/2014/main" id="{6397DF38-B434-13CF-81B5-7D974E9E42DF}"/>
              </a:ext>
            </a:extLst>
          </p:cNvPr>
          <p:cNvSpPr/>
          <p:nvPr/>
        </p:nvSpPr>
        <p:spPr>
          <a:xfrm>
            <a:off x="5519882" y="2903732"/>
            <a:ext cx="654453" cy="314650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D8017631-0AE3-2026-21DC-CD5DAB6B21A0}"/>
              </a:ext>
            </a:extLst>
          </p:cNvPr>
          <p:cNvSpPr/>
          <p:nvPr/>
        </p:nvSpPr>
        <p:spPr>
          <a:xfrm>
            <a:off x="5672282" y="4542083"/>
            <a:ext cx="502053" cy="248195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6E21F49-343C-735F-B5DF-F293669CDE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7534" y="1828799"/>
            <a:ext cx="5299666" cy="3476781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B5900174-6A15-658E-D0F7-82D21D4BCA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1838" y="2122150"/>
            <a:ext cx="1370284" cy="1096232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sp>
        <p:nvSpPr>
          <p:cNvPr id="35" name="Shape 7">
            <a:extLst>
              <a:ext uri="{FF2B5EF4-FFF2-40B4-BE49-F238E27FC236}">
                <a16:creationId xmlns:a16="http://schemas.microsoft.com/office/drawing/2014/main" id="{903ABD00-C734-9543-E96F-D280A9BAFA83}"/>
              </a:ext>
            </a:extLst>
          </p:cNvPr>
          <p:cNvSpPr/>
          <p:nvPr/>
        </p:nvSpPr>
        <p:spPr>
          <a:xfrm>
            <a:off x="11660777" y="1853876"/>
            <a:ext cx="175018" cy="192638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90FAF7FB-9560-DF16-76D4-608CDE83D3CF}"/>
              </a:ext>
            </a:extLst>
          </p:cNvPr>
          <p:cNvCxnSpPr>
            <a:stCxn id="35" idx="0"/>
          </p:cNvCxnSpPr>
          <p:nvPr/>
        </p:nvCxnSpPr>
        <p:spPr>
          <a:xfrm flipH="1">
            <a:off x="10031838" y="1853876"/>
            <a:ext cx="1716448" cy="26827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E47F0CA-C386-2D8E-27E0-91506D6A557D}"/>
              </a:ext>
            </a:extLst>
          </p:cNvPr>
          <p:cNvCxnSpPr/>
          <p:nvPr/>
        </p:nvCxnSpPr>
        <p:spPr>
          <a:xfrm flipH="1">
            <a:off x="11402122" y="2046514"/>
            <a:ext cx="433673" cy="117186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8A4C8-AB12-4DA7-3B7A-3A76F0BC7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B2E72B-E2BC-43D6-9107-CC4BFE711E57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075191D-ABEE-C593-1E1B-99A2E2226AAA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CFDBC13-8FF1-8651-67AE-464F0E3F365C}"/>
              </a:ext>
            </a:extLst>
          </p:cNvPr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8 / 8</a:t>
            </a:r>
            <a:endParaRPr lang="en-US" sz="1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2996024-8B04-0D42-DB55-05261E19A89E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AD6C85B-98F3-C9B4-99B3-51DE4D23B4F8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AF12112-58C0-64E6-4937-4F6842BEA2BA}"/>
              </a:ext>
            </a:extLst>
          </p:cNvPr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LED </a:t>
            </a:r>
            <a:r>
              <a:rPr lang="en-US" sz="26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가리기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</a:t>
            </a: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 정리</a:t>
            </a:r>
            <a:endParaRPr lang="en-US" sz="24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897D456-965C-CAAE-98EF-4A1CA0B125C4}"/>
              </a:ext>
            </a:extLst>
          </p:cNvPr>
          <p:cNvSpPr/>
          <p:nvPr/>
        </p:nvSpPr>
        <p:spPr>
          <a:xfrm>
            <a:off x="1392301" y="1783080"/>
            <a:ext cx="6421120" cy="36118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6.jpg">
            <a:extLst>
              <a:ext uri="{FF2B5EF4-FFF2-40B4-BE49-F238E27FC236}">
                <a16:creationId xmlns:a16="http://schemas.microsoft.com/office/drawing/2014/main" id="{24D2E33A-3275-FDD0-0409-C1902E36EC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301" y="1783080"/>
            <a:ext cx="6421120" cy="3611880"/>
          </a:xfrm>
          <a:prstGeom prst="rect">
            <a:avLst/>
          </a:prstGeom>
        </p:spPr>
      </p:pic>
      <p:sp>
        <p:nvSpPr>
          <p:cNvPr id="10" name="Shape 7">
            <a:extLst>
              <a:ext uri="{FF2B5EF4-FFF2-40B4-BE49-F238E27FC236}">
                <a16:creationId xmlns:a16="http://schemas.microsoft.com/office/drawing/2014/main" id="{809D4357-D11A-31BB-15B0-635EC9D30EB2}"/>
              </a:ext>
            </a:extLst>
          </p:cNvPr>
          <p:cNvSpPr/>
          <p:nvPr/>
        </p:nvSpPr>
        <p:spPr>
          <a:xfrm>
            <a:off x="1483741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16EE9832-4A0B-3DF6-2262-18506A0B0A9A}"/>
              </a:ext>
            </a:extLst>
          </p:cNvPr>
          <p:cNvSpPr/>
          <p:nvPr/>
        </p:nvSpPr>
        <p:spPr>
          <a:xfrm>
            <a:off x="1483741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LED 위치 확인</a:t>
            </a:r>
            <a:endParaRPr lang="en-US" sz="11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1B33ED17-C29F-1A94-7A36-81DCDDAAA70E}"/>
              </a:ext>
            </a:extLst>
          </p:cNvPr>
          <p:cNvSpPr/>
          <p:nvPr/>
        </p:nvSpPr>
        <p:spPr>
          <a:xfrm>
            <a:off x="8087741" y="1783080"/>
            <a:ext cx="2708910" cy="36118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c1.jpg">
            <a:extLst>
              <a:ext uri="{FF2B5EF4-FFF2-40B4-BE49-F238E27FC236}">
                <a16:creationId xmlns:a16="http://schemas.microsoft.com/office/drawing/2014/main" id="{AABC37CF-3E73-D7B9-4EF7-D9E882AF45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7741" y="1783080"/>
            <a:ext cx="2708910" cy="3611880"/>
          </a:xfrm>
          <a:prstGeom prst="rect">
            <a:avLst/>
          </a:prstGeom>
        </p:spPr>
      </p:pic>
      <p:sp>
        <p:nvSpPr>
          <p:cNvPr id="14" name="Shape 10">
            <a:extLst>
              <a:ext uri="{FF2B5EF4-FFF2-40B4-BE49-F238E27FC236}">
                <a16:creationId xmlns:a16="http://schemas.microsoft.com/office/drawing/2014/main" id="{14D451E2-89A6-2DDE-B6AC-245B3542C303}"/>
              </a:ext>
            </a:extLst>
          </p:cNvPr>
          <p:cNvSpPr/>
          <p:nvPr/>
        </p:nvSpPr>
        <p:spPr>
          <a:xfrm>
            <a:off x="8179181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51D660ED-00F7-F751-A845-C4BE7CC82EBC}"/>
              </a:ext>
            </a:extLst>
          </p:cNvPr>
          <p:cNvSpPr/>
          <p:nvPr/>
        </p:nvSpPr>
        <p:spPr>
          <a:xfrm>
            <a:off x="8179181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마커로 칠하기</a:t>
            </a:r>
            <a:endParaRPr lang="en-US" sz="11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A7852EB5-E676-C76A-595E-67E384BD8F2F}"/>
              </a:ext>
            </a:extLst>
          </p:cNvPr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카메라 작동 시 흰 불(LED)이 들어오는 부분을 전달받은 페인트 마커로 </a:t>
            </a: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칠합니다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b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endParaRPr lang="en-US" sz="1700" dirty="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F7F5887D-B9E5-F983-06C8-F1FD28358FAF}"/>
              </a:ext>
            </a:extLst>
          </p:cNvPr>
          <p:cNvSpPr/>
          <p:nvPr/>
        </p:nvSpPr>
        <p:spPr>
          <a:xfrm>
            <a:off x="640080" y="61036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02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칠하기 전 보호 필름 제거 필수  ·  일반 매직(유성펜)은 지워지므로 반드시 페인트 </a:t>
            </a:r>
            <a:r>
              <a:rPr lang="en-US" sz="1500" b="1" dirty="0" err="1">
                <a:solidFill>
                  <a:srgbClr val="E02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마커</a:t>
            </a:r>
            <a:r>
              <a:rPr lang="en-US" sz="1500" b="1" dirty="0">
                <a:solidFill>
                  <a:srgbClr val="E02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500" b="1" dirty="0" err="1">
                <a:solidFill>
                  <a:srgbClr val="E02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</a:t>
            </a:r>
            <a:endParaRPr lang="en-US" sz="1500" b="1" dirty="0">
              <a:solidFill>
                <a:srgbClr val="E02020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r>
              <a:rPr lang="en-US" altLang="ko-KR" sz="1500" b="1" dirty="0">
                <a:solidFill>
                  <a:srgbClr val="E02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</a:t>
            </a:r>
            <a:r>
              <a:rPr lang="ko-KR" altLang="en-US" sz="1500" b="1" dirty="0">
                <a:solidFill>
                  <a:srgbClr val="E02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케이블이 노출되지 않도록 케이블 타이로 정리 필수</a:t>
            </a:r>
            <a:endParaRPr lang="en-US" sz="1500" b="1" dirty="0">
              <a:solidFill>
                <a:srgbClr val="E02020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0" indent="0">
              <a:buNone/>
            </a:pPr>
            <a:endParaRPr lang="en-US" sz="1500" dirty="0"/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18198D8B-A688-E3C9-8F13-B8949430F304}"/>
              </a:ext>
            </a:extLst>
          </p:cNvPr>
          <p:cNvSpPr/>
          <p:nvPr/>
        </p:nvSpPr>
        <p:spPr>
          <a:xfrm>
            <a:off x="660781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8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575024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98480" y="-1554480"/>
            <a:ext cx="3291840" cy="3291840"/>
          </a:xfrm>
          <a:prstGeom prst="ellipse">
            <a:avLst/>
          </a:prstGeom>
          <a:ln w="31750">
            <a:solidFill>
              <a:srgbClr val="3C3C3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1521440" y="6035040"/>
            <a:ext cx="1463040" cy="146304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22960" y="640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</a:t>
            </a:r>
            <a:r>
              <a:rPr lang="en-US" sz="3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완료</a:t>
            </a:r>
            <a:r>
              <a:rPr lang="en-US" sz="3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3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체크리스트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50392" y="1719072"/>
            <a:ext cx="329184" cy="329184"/>
          </a:xfrm>
          <a:prstGeom prst="roundRect">
            <a:avLst/>
          </a:prstGeom>
          <a:noFill/>
          <a:ln w="25400">
            <a:solidFill>
              <a:srgbClr val="FFD400"/>
            </a:solidFill>
          </a:ln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417320" y="1627632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HDMI 분배기 전원부가 </a:t>
            </a:r>
            <a:r>
              <a:rPr 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USB 어댑터를 통해 콘센트에 연결</a:t>
            </a:r>
            <a:r>
              <a:rPr 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되어 있는가?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50392" y="2322576"/>
            <a:ext cx="329184" cy="329184"/>
          </a:xfrm>
          <a:prstGeom prst="roundRect">
            <a:avLst/>
          </a:prstGeom>
          <a:noFill/>
          <a:ln w="25400">
            <a:solidFill>
              <a:srgbClr val="FFD400"/>
            </a:solidFill>
          </a:ln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1417320" y="2231136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카메라의 USB 단자가 셋톱박스에 </a:t>
            </a:r>
            <a:r>
              <a:rPr 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정상적으로 연결되어 있는가?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50392" y="2926080"/>
            <a:ext cx="329184" cy="329184"/>
          </a:xfrm>
          <a:prstGeom prst="roundRect">
            <a:avLst/>
          </a:prstGeom>
          <a:noFill/>
          <a:ln w="25400">
            <a:solidFill>
              <a:srgbClr val="FFD400"/>
            </a:solidFill>
          </a:ln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1417320" y="2834640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</a:t>
            </a:r>
            <a:r>
              <a:rPr lang="en-US" sz="1700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모드가</a:t>
            </a:r>
            <a:r>
              <a:rPr 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</a:t>
            </a:r>
            <a:r>
              <a:rPr lang="ko-KR" alt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 </a:t>
            </a:r>
            <a:r>
              <a:rPr lang="en-US" altLang="ko-KR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</a:t>
            </a:r>
            <a:r>
              <a:rPr lang="en-US" sz="1700" b="1" dirty="0" err="1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통행량</a:t>
            </a:r>
            <a:r>
              <a:rPr 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+ 성별/</a:t>
            </a:r>
            <a:r>
              <a:rPr lang="en-US" sz="1700" b="1" dirty="0" err="1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연령</a:t>
            </a:r>
            <a:r>
              <a:rPr 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700" b="1" dirty="0" err="1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</a:t>
            </a:r>
            <a:r>
              <a:rPr 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] , [</a:t>
            </a:r>
            <a:r>
              <a:rPr lang="ko-KR" alt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 </a:t>
            </a:r>
            <a:r>
              <a:rPr lang="en-US" altLang="ko-KR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</a:t>
            </a:r>
            <a:r>
              <a:rPr lang="ko-KR" alt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성별</a:t>
            </a:r>
            <a:r>
              <a:rPr lang="en-US" altLang="ko-KR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</a:t>
            </a:r>
            <a:r>
              <a:rPr lang="ko-KR" alt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연령 분석</a:t>
            </a:r>
            <a:r>
              <a:rPr lang="en-US" altLang="ko-KR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] </a:t>
            </a:r>
            <a:r>
              <a:rPr lang="en-US" sz="1700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</a:t>
            </a:r>
            <a:r>
              <a:rPr 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</a:t>
            </a:r>
            <a:r>
              <a:rPr lang="en-US" sz="1700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되어</a:t>
            </a:r>
            <a:r>
              <a:rPr 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있는가?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50392" y="3529584"/>
            <a:ext cx="329184" cy="329184"/>
          </a:xfrm>
          <a:prstGeom prst="roundRect">
            <a:avLst/>
          </a:prstGeom>
          <a:noFill/>
          <a:ln w="25400">
            <a:solidFill>
              <a:srgbClr val="FFD400"/>
            </a:solidFill>
          </a:ln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1417320" y="3438144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도면에 표시된 방향</a:t>
            </a:r>
            <a:r>
              <a:rPr lang="ko-KR" alt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카메라가 설치 되었는가</a:t>
            </a:r>
            <a:r>
              <a:rPr lang="en-US" altLang="ko-KR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?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50392" y="4133088"/>
            <a:ext cx="329184" cy="329184"/>
          </a:xfrm>
          <a:prstGeom prst="roundRect">
            <a:avLst/>
          </a:prstGeom>
          <a:noFill/>
          <a:ln w="25400">
            <a:solidFill>
              <a:srgbClr val="FFD400"/>
            </a:solidFill>
          </a:ln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1417320" y="4041648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보호 필름 제거 후 </a:t>
            </a:r>
            <a:r>
              <a:rPr 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카메라 LED 부분을 페인트 마커로 칠했는가?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850392" y="4736592"/>
            <a:ext cx="329184" cy="329184"/>
          </a:xfrm>
          <a:prstGeom prst="roundRect">
            <a:avLst/>
          </a:prstGeom>
          <a:noFill/>
          <a:ln w="25400">
            <a:solidFill>
              <a:srgbClr val="FFD400"/>
            </a:solidFill>
          </a:ln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417320" y="4645152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케이블이 외부에 노출되지 않도록 </a:t>
            </a:r>
            <a:r>
              <a:rPr 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 정리</a:t>
            </a:r>
            <a:r>
              <a:rPr 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 되어 있는가?</a:t>
            </a:r>
            <a:endParaRPr lang="en-US" sz="1700" dirty="0"/>
          </a:p>
        </p:txBody>
      </p:sp>
      <p:sp>
        <p:nvSpPr>
          <p:cNvPr id="27" name="Text 20">
            <a:extLst>
              <a:ext uri="{FF2B5EF4-FFF2-40B4-BE49-F238E27FC236}">
                <a16:creationId xmlns:a16="http://schemas.microsoft.com/office/drawing/2014/main" id="{E5A16DF4-90E3-2E0E-48D9-C69AD1D9684F}"/>
              </a:ext>
            </a:extLst>
          </p:cNvPr>
          <p:cNvSpPr/>
          <p:nvPr/>
        </p:nvSpPr>
        <p:spPr>
          <a:xfrm>
            <a:off x="1417320" y="5248656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설치된 카메라의 </a:t>
            </a:r>
            <a:r>
              <a:rPr lang="ko-KR" alt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완료 사진</a:t>
            </a:r>
            <a:r>
              <a:rPr lang="ko-KR" alt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찍었는가</a:t>
            </a:r>
            <a:r>
              <a:rPr lang="en-US" altLang="ko-KR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?</a:t>
            </a:r>
            <a:endParaRPr lang="en-US" sz="1700" dirty="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AB41BD97-4D6E-018C-0882-838650D8A6BA}"/>
              </a:ext>
            </a:extLst>
          </p:cNvPr>
          <p:cNvSpPr/>
          <p:nvPr/>
        </p:nvSpPr>
        <p:spPr>
          <a:xfrm>
            <a:off x="850392" y="5340096"/>
            <a:ext cx="329184" cy="329184"/>
          </a:xfrm>
          <a:prstGeom prst="roundRect">
            <a:avLst/>
          </a:prstGeom>
          <a:noFill/>
          <a:ln w="25400">
            <a:solidFill>
              <a:srgbClr val="FFD400"/>
            </a:solidFill>
          </a:ln>
          <a:ln/>
        </p:spPr>
        <p:txBody>
          <a:bodyPr/>
          <a:lstStyle/>
          <a:p>
            <a:endParaRPr lang="ko-KR" altLang="en-US"/>
          </a:p>
        </p:txBody>
      </p:sp>
      <p:sp xmlns:p="http://schemas.openxmlformats.org/presentationml/2006/main" xmlns:a="http://schemas.openxmlformats.org/drawingml/2006/main">
        <p:nvSpPr>
          <p:cNvPr id="995" name="contact"/>
          <p:cNvSpPr/>
          <p:nvPr/>
        </p:nvSpPr>
        <p:spPr>
          <a:xfrm>
            <a:off x="850392" y="5989320"/>
            <a:ext cx="10515600" cy="685800"/>
          </a:xfrm>
          <a:prstGeom prst="rect">
            <a:avLst/>
          </a:prstGeom>
          <a:noFill/>
        </p:spPr>
        <p:txBody>
          <a:bodyPr anchor="ctr" lIns="0" rIns="0" tIns="0" bIns="0"/>
          <a:lstStyle/>
          <a:p>
            <a:r>
              <a:rPr lang="ko-KR" sz="1300" dirty="0">
                <a:solidFill>
                  <a:srgbClr val="BBBBBB"/>
                </a:solidFill>
                <a:latin typeface="Pretendard"/>
                <a:ea typeface="Pretendard"/>
              </a:rPr>
              <a:t>※ 설치 시 문의사항은 아래로 연락 부탁드립니다.</a:t>
            </a:r>
          </a:p>
          <a:p>
            <a:r>
              <a:rPr lang="ko-KR" sz="1500" b="1" dirty="0">
                <a:solidFill>
                  <a:srgbClr val="FFD400"/>
                </a:solidFill>
                <a:latin typeface="Pretendard"/>
                <a:ea typeface="Pretendard"/>
              </a:rPr>
              <a:t>강남Biz전문센터</a:t>
            </a:r>
            <a:r>
              <a:rPr lang="ko-KR" sz="1500" b="1" dirty="0">
                <a:solidFill>
                  <a:srgbClr val="FFFFFF"/>
                </a:solidFill>
                <a:latin typeface="Pretendard"/>
                <a:ea typeface="Pretendard"/>
              </a:rPr>
              <a:t>  김민우 010-6241-7307  ·  허재용 010-5015-4647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 panose="020F0302020204030204"/>
        <a:ea typeface=""/>
        <a:cs typeface=""/>
        <a:font script="Jpan" typeface="游ゴシック Light"/>
        <a:font script="Hang" typeface="Pretendard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 panose="020F0502020204030204"/>
        <a:ea typeface=""/>
        <a:cs typeface=""/>
        <a:font script="Jpan" typeface="游ゴシック"/>
        <a:font script="Hang" typeface="Pretendard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Pretendard" panose="02110004020202020204"/>
        <a:ea typeface=""/>
        <a:cs typeface=""/>
        <a:font script="Jpan" typeface="游ゴシック Light"/>
        <a:font script="Hang" typeface="Pretendard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 panose="02110004020202020204"/>
        <a:ea typeface=""/>
        <a:cs typeface=""/>
        <a:font script="Jpan" typeface="游ゴシック"/>
        <a:font script="Hang" typeface="Pretendard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231</TotalTime>
  <Words>1204</Words>
  <Application>Microsoft Office PowerPoint</Application>
  <PresentationFormat>와이드스크린</PresentationFormat>
  <Paragraphs>220</Paragraphs>
  <Slides>26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29" baseType="lpstr">
      <vt:lpstr>Pretendard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민우 김</cp:lastModifiedBy>
  <cp:revision>17</cp:revision>
  <dcterms:created xsi:type="dcterms:W3CDTF">2026-08-13T00:07:24Z</dcterms:created>
  <dcterms:modified xsi:type="dcterms:W3CDTF">2026-08-13T04:57:59Z</dcterms:modified>
</cp:coreProperties>
</file>