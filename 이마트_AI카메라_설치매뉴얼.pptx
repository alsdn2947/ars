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FFD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353312"/>
            <a:ext cx="585216" cy="5852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이마트 AI 카메라 설치 매뉴얼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개요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6단계로 설치 진행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각 단계 페이지의 사진 칸에 현장 사진을 넣어 활용해 주세요.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6단계 순서에 따라 진행해 주세요.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 확인 사항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90195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8288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77063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6974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6393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5661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카메라가 TV 밑면 가운데 위치에 단단히 부착되어 있는가?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44348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537667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53035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2026-08-11T10:07:27Z</dcterms:created>
  <dcterms:modified xsi:type="dcterms:W3CDTF">2026-08-11T10:07:27Z</dcterms:modified>
</cp:coreProperties>
</file>