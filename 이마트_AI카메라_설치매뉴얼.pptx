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image" Target="../media/image-9-3.jpg"/><Relationship Id="rId4" Type="http://schemas.openxmlformats.org/officeDocument/2006/relationships/image" Target="../media/image-9-4.jpg"/><Relationship Id="rId5" Type="http://schemas.openxmlformats.org/officeDocument/2006/relationships/image" Target="../media/image-9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1F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051560"/>
            <a:ext cx="1188720" cy="1188720"/>
          </a:xfrm>
          <a:prstGeom prst="ellipse">
            <a:avLst/>
          </a:prstGeom>
          <a:solidFill>
            <a:srgbClr val="FFD40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" y="1353312"/>
            <a:ext cx="585216" cy="58521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27432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이마트 AI 카메라 설치 매뉴얼</a:t>
            </a:r>
            <a:endParaRPr lang="en-US" sz="4800" dirty="0"/>
          </a:p>
        </p:txBody>
      </p:sp>
      <p:sp>
        <p:nvSpPr>
          <p:cNvPr id="5" name="Text 2"/>
          <p:cNvSpPr/>
          <p:nvPr/>
        </p:nvSpPr>
        <p:spPr>
          <a:xfrm>
            <a:off x="822960" y="39319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D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· 계산대미디어  |  단계별 설치 가이드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99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설치 담당자용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 개요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645920"/>
            <a:ext cx="5257800" cy="4206240"/>
          </a:xfrm>
          <a:prstGeom prst="roundRect">
            <a:avLst>
              <a:gd name="adj" fmla="val 2174"/>
            </a:avLst>
          </a:prstGeom>
          <a:solidFill>
            <a:srgbClr val="F5F5F5"/>
          </a:solidFill>
          <a:ln/>
        </p:spPr>
      </p:sp>
      <p:sp>
        <p:nvSpPr>
          <p:cNvPr id="4" name="Shape 2"/>
          <p:cNvSpPr/>
          <p:nvPr/>
        </p:nvSpPr>
        <p:spPr>
          <a:xfrm>
            <a:off x="1051560" y="2057400"/>
            <a:ext cx="822960" cy="82296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5" name="Text 3"/>
          <p:cNvSpPr/>
          <p:nvPr/>
        </p:nvSpPr>
        <p:spPr>
          <a:xfrm>
            <a:off x="1051560" y="20574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03120" y="205740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143000" y="3200400"/>
            <a:ext cx="448056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매체당 AI 카메라 1대 설치</a:t>
            </a:r>
            <a:endParaRPr lang="en-US" sz="18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TV 밑면 가운데 위치에 부착</a:t>
            </a:r>
            <a:endParaRPr lang="en-US" sz="18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8단계로 설치 진행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309360" y="1645920"/>
            <a:ext cx="5257800" cy="4206240"/>
          </a:xfrm>
          <a:prstGeom prst="roundRect">
            <a:avLst>
              <a:gd name="adj" fmla="val 2174"/>
            </a:avLst>
          </a:prstGeom>
          <a:solidFill>
            <a:srgbClr val="F5F5F5"/>
          </a:solidFill>
          <a:ln/>
        </p:spPr>
      </p:sp>
      <p:sp>
        <p:nvSpPr>
          <p:cNvPr id="9" name="Shape 7"/>
          <p:cNvSpPr/>
          <p:nvPr/>
        </p:nvSpPr>
        <p:spPr>
          <a:xfrm>
            <a:off x="6720840" y="2057400"/>
            <a:ext cx="822960" cy="82296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10" name="Text 8"/>
          <p:cNvSpPr/>
          <p:nvPr/>
        </p:nvSpPr>
        <p:spPr>
          <a:xfrm>
            <a:off x="6720840" y="20574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7772400" y="205740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812280" y="3200400"/>
            <a:ext cx="448056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매체당 AI 카메라 2대 설치</a:t>
            </a:r>
            <a:endParaRPr lang="en-US" sz="18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내부 1대 + 매장 외부 1대</a:t>
            </a:r>
            <a:endParaRPr lang="en-US" sz="18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 방법은 동선스크린과 동일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0080" y="6126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각 단계 페이지의 사진 칸에 현장 사진을 넣어 활용해 주세요.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F1F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FD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1"/>
          <p:cNvSpPr/>
          <p:nvPr/>
        </p:nvSpPr>
        <p:spPr>
          <a:xfrm>
            <a:off x="822960" y="30175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AI 카메라 설치 방법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822960" y="411480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매체당 AI 카메라 1대를 설치합니다.</a:t>
            </a:r>
            <a:endParaRPr lang="en-US" sz="2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 8단계 순서에 따라 진행해 주세요.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설치 방법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9262872" y="411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 / 8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143000"/>
            <a:ext cx="914400" cy="91440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783080" y="114300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HDMI 분배기 전원부 분리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셋톱박스에 연결되어 있는 HDMI 분배기의 전원부(USB 단자)를 분리합니다.</a:t>
            </a:r>
            <a:endParaRPr lang="en-US" sz="2000" dirty="0"/>
          </a:p>
        </p:txBody>
      </p:sp>
      <p:pic>
        <p:nvPicPr>
          <p:cNvPr id="8" name="Image 0" descr="/tmp/claude-0/-home-user-ars/e10980de-cf93-514e-8d8f-658883089fc8/scratchpad/photos/photo0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26480" y="1143000"/>
            <a:ext cx="539496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설치 방법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9262872" y="411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 / 8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143000"/>
            <a:ext cx="914400" cy="91440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783080" y="114300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USB 어댑터 연결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분리한 전원부(USB 단자)를 USB 어댑터에 연결합니다.</a:t>
            </a:r>
            <a:endParaRPr lang="en-US" sz="2000" dirty="0"/>
          </a:p>
        </p:txBody>
      </p:sp>
      <p:pic>
        <p:nvPicPr>
          <p:cNvPr id="8" name="Image 0" descr="/tmp/claude-0/-home-user-ars/e10980de-cf93-514e-8d8f-658883089fc8/scratchpad/photos/photo03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26480" y="1143000"/>
            <a:ext cx="539496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설치 방법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9262872" y="411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 / 8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143000"/>
            <a:ext cx="914400" cy="91440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783080" y="114300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콘센트 연결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멀티탭을 활용하여 어댑터를 콘센트에 연결합니다.</a:t>
            </a:r>
            <a:endParaRPr lang="en-US" sz="2000" dirty="0"/>
          </a:p>
        </p:txBody>
      </p:sp>
      <p:pic>
        <p:nvPicPr>
          <p:cNvPr id="8" name="Image 0" descr="/tmp/claude-0/-home-user-ars/e10980de-cf93-514e-8d8f-658883089fc8/scratchpad/photos/photo03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26480" y="1143000"/>
            <a:ext cx="539496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설치 방법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9262872" y="411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4 / 8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143000"/>
            <a:ext cx="914400" cy="91440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783080" y="114300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카메라 연결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카메라의 USB 단자를 셋톱박스에 연결합니다.</a:t>
            </a:r>
            <a:endParaRPr lang="en-US" sz="2000" dirty="0"/>
          </a:p>
        </p:txBody>
      </p:sp>
      <p:pic>
        <p:nvPicPr>
          <p:cNvPr id="8" name="Image 0" descr="/tmp/claude-0/-home-user-ars/e10980de-cf93-514e-8d8f-658883089fc8/scratchpad/photos/photo0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26480" y="1143000"/>
            <a:ext cx="5394960" cy="24917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236208" y="1252728"/>
            <a:ext cx="1371600" cy="347472"/>
          </a:xfrm>
          <a:prstGeom prst="roundRect">
            <a:avLst>
              <a:gd name="adj" fmla="val 13158"/>
            </a:avLst>
          </a:prstGeom>
          <a:solidFill>
            <a:srgbClr val="1F1F1F">
              <a:alpha val="75000"/>
            </a:srgbClr>
          </a:solidFill>
          <a:ln/>
        </p:spPr>
      </p:sp>
      <p:sp>
        <p:nvSpPr>
          <p:cNvPr id="10" name="Text 7"/>
          <p:cNvSpPr/>
          <p:nvPr/>
        </p:nvSpPr>
        <p:spPr>
          <a:xfrm>
            <a:off x="6236208" y="125272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연결 작업</a:t>
            </a:r>
            <a:endParaRPr lang="en-US" sz="1200" dirty="0"/>
          </a:p>
        </p:txBody>
      </p:sp>
      <p:pic>
        <p:nvPicPr>
          <p:cNvPr id="11" name="Image 1" descr="/tmp/claude-0/-home-user-ars/e10980de-cf93-514e-8d8f-658883089fc8/scratchpad/photos/photo04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26480" y="3771900"/>
            <a:ext cx="5394960" cy="24917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236208" y="3881628"/>
            <a:ext cx="1371600" cy="347472"/>
          </a:xfrm>
          <a:prstGeom prst="roundRect">
            <a:avLst>
              <a:gd name="adj" fmla="val 13158"/>
            </a:avLst>
          </a:prstGeom>
          <a:solidFill>
            <a:srgbClr val="1F1F1F">
              <a:alpha val="75000"/>
            </a:srgbClr>
          </a:solidFill>
          <a:ln/>
        </p:spPr>
      </p:sp>
      <p:sp>
        <p:nvSpPr>
          <p:cNvPr id="13" name="Text 9"/>
          <p:cNvSpPr/>
          <p:nvPr/>
        </p:nvSpPr>
        <p:spPr>
          <a:xfrm>
            <a:off x="6236208" y="388162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연결 완료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설치 방법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9262872" y="411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5 / 8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143000"/>
            <a:ext cx="914400" cy="91440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783080" y="114300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카메라 부착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3M 테이프를 활용하여 AI 카메라를 TV 밑면 가운데 위치에 부착합니다.</a:t>
            </a:r>
            <a:endParaRPr lang="en-US" sz="2000" dirty="0"/>
          </a:p>
        </p:txBody>
      </p:sp>
      <p:pic>
        <p:nvPicPr>
          <p:cNvPr id="8" name="Image 0" descr="/tmp/claude-0/-home-user-ars/e10980de-cf93-514e-8d8f-658883089fc8/scratchpad/photos/photo05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26480" y="1143000"/>
            <a:ext cx="5394960" cy="24917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236208" y="1252728"/>
            <a:ext cx="1371600" cy="347472"/>
          </a:xfrm>
          <a:prstGeom prst="roundRect">
            <a:avLst>
              <a:gd name="adj" fmla="val 13158"/>
            </a:avLst>
          </a:prstGeom>
          <a:solidFill>
            <a:srgbClr val="1F1F1F">
              <a:alpha val="75000"/>
            </a:srgbClr>
          </a:solidFill>
          <a:ln/>
        </p:spPr>
      </p:sp>
      <p:sp>
        <p:nvSpPr>
          <p:cNvPr id="10" name="Text 7"/>
          <p:cNvSpPr/>
          <p:nvPr/>
        </p:nvSpPr>
        <p:spPr>
          <a:xfrm>
            <a:off x="6236208" y="125272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 모습</a:t>
            </a:r>
            <a:endParaRPr lang="en-US" sz="1200" dirty="0"/>
          </a:p>
        </p:txBody>
      </p:sp>
      <p:pic>
        <p:nvPicPr>
          <p:cNvPr id="11" name="Image 1" descr="/tmp/claude-0/-home-user-ars/e10980de-cf93-514e-8d8f-658883089fc8/scratchpad/photos/photo12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26480" y="3771900"/>
            <a:ext cx="5394960" cy="24917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236208" y="3881628"/>
            <a:ext cx="1371600" cy="347472"/>
          </a:xfrm>
          <a:prstGeom prst="roundRect">
            <a:avLst>
              <a:gd name="adj" fmla="val 13158"/>
            </a:avLst>
          </a:prstGeom>
          <a:solidFill>
            <a:srgbClr val="1F1F1F">
              <a:alpha val="75000"/>
            </a:srgbClr>
          </a:solidFill>
          <a:ln/>
        </p:spPr>
      </p:sp>
      <p:sp>
        <p:nvSpPr>
          <p:cNvPr id="13" name="Text 9"/>
          <p:cNvSpPr/>
          <p:nvPr/>
        </p:nvSpPr>
        <p:spPr>
          <a:xfrm>
            <a:off x="6236208" y="388162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부착 완료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설치 방법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9262872" y="411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6 / 8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143000"/>
            <a:ext cx="914400" cy="91440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783080" y="114300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카메라 설정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 순서에 따라 카메라 설정을 진행합니다.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40080" y="3200400"/>
            <a:ext cx="365760" cy="36576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200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88720" y="31546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히든키 입력 (되감기 0407)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" y="3730752"/>
            <a:ext cx="365760" cy="36576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3730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88720" y="368503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 설정 진행하기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40080" y="4261104"/>
            <a:ext cx="365760" cy="36576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4261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88720" y="421538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 송출 영상 및 화각 확인 후 '다음' 선택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40080" y="4791456"/>
            <a:ext cx="365760" cy="36576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47914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188720" y="4745736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통신 테스트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40080" y="5458968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세부 내용은 시범 설치 후 업데이트 예정</a:t>
            </a:r>
            <a:endParaRPr lang="en-US" sz="1300" dirty="0"/>
          </a:p>
        </p:txBody>
      </p:sp>
      <p:pic>
        <p:nvPicPr>
          <p:cNvPr id="21" name="Image 0" descr="/tmp/claude-0/-home-user-ars/e10980de-cf93-514e-8d8f-658883089fc8/scratchpad/photos/photo06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26480" y="1143000"/>
            <a:ext cx="2628900" cy="1615440"/>
          </a:xfrm>
          <a:prstGeom prst="rect">
            <a:avLst/>
          </a:prstGeom>
        </p:spPr>
      </p:pic>
      <p:sp>
        <p:nvSpPr>
          <p:cNvPr id="22" name="Shape 19"/>
          <p:cNvSpPr/>
          <p:nvPr/>
        </p:nvSpPr>
        <p:spPr>
          <a:xfrm>
            <a:off x="6236208" y="1252728"/>
            <a:ext cx="1371600" cy="347472"/>
          </a:xfrm>
          <a:prstGeom prst="roundRect">
            <a:avLst>
              <a:gd name="adj" fmla="val 13158"/>
            </a:avLst>
          </a:prstGeom>
          <a:solidFill>
            <a:srgbClr val="1F1F1F">
              <a:alpha val="75000"/>
            </a:srgbClr>
          </a:solidFill>
          <a:ln/>
        </p:spPr>
      </p:sp>
      <p:sp>
        <p:nvSpPr>
          <p:cNvPr id="23" name="Text 20"/>
          <p:cNvSpPr/>
          <p:nvPr/>
        </p:nvSpPr>
        <p:spPr>
          <a:xfrm>
            <a:off x="6236208" y="125272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히든키 입력</a:t>
            </a:r>
            <a:endParaRPr lang="en-US" sz="1200" dirty="0"/>
          </a:p>
        </p:txBody>
      </p:sp>
      <p:pic>
        <p:nvPicPr>
          <p:cNvPr id="24" name="Image 1" descr="/tmp/claude-0/-home-user-ars/e10980de-cf93-514e-8d8f-658883089fc8/scratchpad/photos/photo08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8892540" y="1143000"/>
            <a:ext cx="2628900" cy="1615440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9002268" y="1252728"/>
            <a:ext cx="1371600" cy="347472"/>
          </a:xfrm>
          <a:prstGeom prst="roundRect">
            <a:avLst>
              <a:gd name="adj" fmla="val 13158"/>
            </a:avLst>
          </a:prstGeom>
          <a:solidFill>
            <a:srgbClr val="1F1F1F">
              <a:alpha val="75000"/>
            </a:srgbClr>
          </a:solidFill>
          <a:ln/>
        </p:spPr>
      </p:sp>
      <p:sp>
        <p:nvSpPr>
          <p:cNvPr id="26" name="Text 22"/>
          <p:cNvSpPr/>
          <p:nvPr/>
        </p:nvSpPr>
        <p:spPr>
          <a:xfrm>
            <a:off x="9002268" y="125272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 페이지</a:t>
            </a:r>
            <a:endParaRPr lang="en-US" sz="1200" dirty="0"/>
          </a:p>
        </p:txBody>
      </p:sp>
      <p:pic>
        <p:nvPicPr>
          <p:cNvPr id="27" name="Image 2" descr="/tmp/claude-0/-home-user-ars/e10980de-cf93-514e-8d8f-658883089fc8/scratchpad/photos/photo07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126480" y="2895600"/>
            <a:ext cx="2628900" cy="1615440"/>
          </a:xfrm>
          <a:prstGeom prst="rect">
            <a:avLst/>
          </a:prstGeom>
        </p:spPr>
      </p:pic>
      <p:sp>
        <p:nvSpPr>
          <p:cNvPr id="28" name="Shape 23"/>
          <p:cNvSpPr/>
          <p:nvPr/>
        </p:nvSpPr>
        <p:spPr>
          <a:xfrm>
            <a:off x="6236208" y="3005328"/>
            <a:ext cx="1371600" cy="347472"/>
          </a:xfrm>
          <a:prstGeom prst="roundRect">
            <a:avLst>
              <a:gd name="adj" fmla="val 13158"/>
            </a:avLst>
          </a:prstGeom>
          <a:solidFill>
            <a:srgbClr val="1F1F1F">
              <a:alpha val="75000"/>
            </a:srgbClr>
          </a:solidFill>
          <a:ln/>
        </p:spPr>
      </p:sp>
      <p:sp>
        <p:nvSpPr>
          <p:cNvPr id="29" name="Text 24"/>
          <p:cNvSpPr/>
          <p:nvPr/>
        </p:nvSpPr>
        <p:spPr>
          <a:xfrm>
            <a:off x="6236208" y="300532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모드 선택</a:t>
            </a:r>
            <a:endParaRPr lang="en-US" sz="1200" dirty="0"/>
          </a:p>
        </p:txBody>
      </p:sp>
      <p:pic>
        <p:nvPicPr>
          <p:cNvPr id="30" name="Image 3" descr="/tmp/claude-0/-home-user-ars/e10980de-cf93-514e-8d8f-658883089fc8/scratchpad/photos/photo09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892540" y="2895600"/>
            <a:ext cx="2628900" cy="1615440"/>
          </a:xfrm>
          <a:prstGeom prst="rect">
            <a:avLst/>
          </a:prstGeom>
        </p:spPr>
      </p:pic>
      <p:sp>
        <p:nvSpPr>
          <p:cNvPr id="31" name="Shape 25"/>
          <p:cNvSpPr/>
          <p:nvPr/>
        </p:nvSpPr>
        <p:spPr>
          <a:xfrm>
            <a:off x="9002268" y="3005328"/>
            <a:ext cx="1371600" cy="347472"/>
          </a:xfrm>
          <a:prstGeom prst="roundRect">
            <a:avLst>
              <a:gd name="adj" fmla="val 13158"/>
            </a:avLst>
          </a:prstGeom>
          <a:solidFill>
            <a:srgbClr val="1F1F1F">
              <a:alpha val="75000"/>
            </a:srgbClr>
          </a:solidFill>
          <a:ln/>
        </p:spPr>
      </p:sp>
      <p:sp>
        <p:nvSpPr>
          <p:cNvPr id="32" name="Text 26"/>
          <p:cNvSpPr/>
          <p:nvPr/>
        </p:nvSpPr>
        <p:spPr>
          <a:xfrm>
            <a:off x="9002268" y="300532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화각 확인 1</a:t>
            </a:r>
            <a:endParaRPr lang="en-US" sz="1200" dirty="0"/>
          </a:p>
        </p:txBody>
      </p:sp>
      <p:pic>
        <p:nvPicPr>
          <p:cNvPr id="33" name="Image 4" descr="/tmp/claude-0/-home-user-ars/e10980de-cf93-514e-8d8f-658883089fc8/scratchpad/photos/photo10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126480" y="4648200"/>
            <a:ext cx="5394960" cy="1615440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6236208" y="4757928"/>
            <a:ext cx="1371600" cy="347472"/>
          </a:xfrm>
          <a:prstGeom prst="roundRect">
            <a:avLst>
              <a:gd name="adj" fmla="val 13158"/>
            </a:avLst>
          </a:prstGeom>
          <a:solidFill>
            <a:srgbClr val="1F1F1F">
              <a:alpha val="75000"/>
            </a:srgbClr>
          </a:solidFill>
          <a:ln/>
        </p:spPr>
      </p:sp>
      <p:sp>
        <p:nvSpPr>
          <p:cNvPr id="35" name="Text 28"/>
          <p:cNvSpPr/>
          <p:nvPr/>
        </p:nvSpPr>
        <p:spPr>
          <a:xfrm>
            <a:off x="6236208" y="475792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화각 확인 2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설치 방법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9262872" y="411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7 / 8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143000"/>
            <a:ext cx="914400" cy="91440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783080" y="114300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카메라 LED 가리기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전달받은 펜으로 AI 카메라 작동 시 흰 불(LED)이 들어오는 부분을 칠합니다.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40080" y="5120640"/>
            <a:ext cx="5120640" cy="1097280"/>
          </a:xfrm>
          <a:prstGeom prst="roundRect">
            <a:avLst>
              <a:gd name="adj" fmla="val 6667"/>
            </a:avLst>
          </a:prstGeom>
          <a:solidFill>
            <a:srgbClr val="FFF7CC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512064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칠하기 전 보호 테이프 제거 필수!</a:t>
            </a:r>
            <a:endParaRPr lang="en-US" sz="1500" dirty="0"/>
          </a:p>
        </p:txBody>
      </p:sp>
      <p:pic>
        <p:nvPicPr>
          <p:cNvPr id="10" name="Image 0" descr="/tmp/claude-0/-home-user-ars/e10980de-cf93-514e-8d8f-658883089fc8/scratchpad/photos/photo1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26480" y="1143000"/>
            <a:ext cx="539496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설치 방법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9262872" y="411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8 / 8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143000"/>
            <a:ext cx="914400" cy="91440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783080" y="114300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케이블 정리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케이블 노출을 최소화할 수 있도록 선을 깔끔하게 정리합니다.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126480" y="1143000"/>
            <a:ext cx="5394960" cy="5120640"/>
          </a:xfrm>
          <a:prstGeom prst="roundRect">
            <a:avLst>
              <a:gd name="adj" fmla="val 142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3154680"/>
            <a:ext cx="640080" cy="64008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126480" y="384048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사진을 여기에 넣어 주세요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1F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FD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1"/>
          <p:cNvSpPr/>
          <p:nvPr/>
        </p:nvSpPr>
        <p:spPr>
          <a:xfrm>
            <a:off x="822960" y="30175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 AI 카메라 설치 방법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822960" y="411480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 방법은 동선스크린과 동일하며, 매체당 카메라 2대를 설치합니다.</a:t>
            </a:r>
            <a:endParaRPr lang="en-US" sz="2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(매장 내부 1대 · 매장 외부 1대)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 설치 방법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9262872" y="411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 / 8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143000"/>
            <a:ext cx="914400" cy="91440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783080" y="114300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HDMI 분배기 전원부 분리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셋톱박스에 연결되어 있는 HDMI 분배기의 전원부(USB 단자)를 분리합니다.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40080" y="5120640"/>
            <a:ext cx="5120640" cy="1097280"/>
          </a:xfrm>
          <a:prstGeom prst="roundRect">
            <a:avLst>
              <a:gd name="adj" fmla="val 6667"/>
            </a:avLst>
          </a:prstGeom>
          <a:solidFill>
            <a:srgbClr val="FFF7CC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512064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계산대미디어는 매체당 카메라 2대(매장 내부 · 매장 외부)를 각각 동일한 방법으로 설치합니다.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26480" y="114300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1805940"/>
            <a:ext cx="640080" cy="64008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126480" y="24917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내부 카메라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126480" y="12344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내부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126480" y="384048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4503420"/>
            <a:ext cx="640080" cy="64008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6126480" y="51892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외부 카메라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6126480" y="393192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외부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 설치 방법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9262872" y="411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 / 8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143000"/>
            <a:ext cx="914400" cy="91440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783080" y="114300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USB 어댑터 연결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분리한 전원부(USB 단자)를 USB 어댑터에 연결합니다.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40080" y="5120640"/>
            <a:ext cx="5120640" cy="1097280"/>
          </a:xfrm>
          <a:prstGeom prst="roundRect">
            <a:avLst>
              <a:gd name="adj" fmla="val 6667"/>
            </a:avLst>
          </a:prstGeom>
          <a:solidFill>
            <a:srgbClr val="FFF7CC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512064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계산대미디어는 매체당 카메라 2대(매장 내부 · 매장 외부)를 각각 동일한 방법으로 설치합니다.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26480" y="114300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1805940"/>
            <a:ext cx="640080" cy="64008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126480" y="24917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내부 카메라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126480" y="12344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내부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126480" y="384048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4503420"/>
            <a:ext cx="640080" cy="64008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6126480" y="51892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외부 카메라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6126480" y="393192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외부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 설치 방법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9262872" y="411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 / 8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143000"/>
            <a:ext cx="914400" cy="91440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783080" y="114300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콘센트 연결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멀티탭을 활용하여 어댑터를 콘센트에 연결합니다.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40080" y="5120640"/>
            <a:ext cx="5120640" cy="1097280"/>
          </a:xfrm>
          <a:prstGeom prst="roundRect">
            <a:avLst>
              <a:gd name="adj" fmla="val 6667"/>
            </a:avLst>
          </a:prstGeom>
          <a:solidFill>
            <a:srgbClr val="FFF7CC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512064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계산대미디어는 매체당 카메라 2대(매장 내부 · 매장 외부)를 각각 동일한 방법으로 설치합니다.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26480" y="114300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1805940"/>
            <a:ext cx="640080" cy="64008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126480" y="24917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내부 카메라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126480" y="12344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내부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126480" y="384048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4503420"/>
            <a:ext cx="640080" cy="64008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6126480" y="51892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외부 카메라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6126480" y="393192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외부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 설치 방법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9262872" y="411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4 / 8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143000"/>
            <a:ext cx="914400" cy="91440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783080" y="114300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카메라 연결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카메라의 USB 단자를 셋톱박스에 연결합니다.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40080" y="5120640"/>
            <a:ext cx="5120640" cy="1097280"/>
          </a:xfrm>
          <a:prstGeom prst="roundRect">
            <a:avLst>
              <a:gd name="adj" fmla="val 6667"/>
            </a:avLst>
          </a:prstGeom>
          <a:solidFill>
            <a:srgbClr val="FFF7CC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512064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계산대미디어는 매체당 카메라 2대(매장 내부 · 매장 외부)를 각각 동일한 방법으로 설치합니다.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26480" y="114300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1805940"/>
            <a:ext cx="640080" cy="64008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126480" y="24917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내부 카메라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126480" y="12344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내부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126480" y="384048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4503420"/>
            <a:ext cx="640080" cy="64008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6126480" y="51892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외부 카메라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6126480" y="393192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외부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 설치 방법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9262872" y="411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5 / 8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143000"/>
            <a:ext cx="914400" cy="91440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783080" y="114300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카메라 부착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3M 테이프를 활용하여 AI 카메라를 TV 밑면 가운데 위치에 부착합니다.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40080" y="5120640"/>
            <a:ext cx="5120640" cy="1097280"/>
          </a:xfrm>
          <a:prstGeom prst="roundRect">
            <a:avLst>
              <a:gd name="adj" fmla="val 6667"/>
            </a:avLst>
          </a:prstGeom>
          <a:solidFill>
            <a:srgbClr val="FFF7CC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512064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계산대미디어는 매체당 카메라 2대(매장 내부 · 매장 외부)를 각각 동일한 방법으로 설치합니다.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26480" y="114300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1805940"/>
            <a:ext cx="640080" cy="64008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126480" y="24917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내부 카메라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126480" y="12344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내부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126480" y="384048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4503420"/>
            <a:ext cx="640080" cy="64008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6126480" y="51892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외부 카메라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6126480" y="393192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외부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 설치 방법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9262872" y="411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6 / 8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143000"/>
            <a:ext cx="914400" cy="91440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783080" y="114300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카메라 설정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 순서에 따라 카메라 설정을 진행합니다.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40080" y="3200400"/>
            <a:ext cx="365760" cy="36576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200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88720" y="31546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히든키 입력 (되감기 0407)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" y="3730752"/>
            <a:ext cx="365760" cy="36576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3730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88720" y="368503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 설정 진행하기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40080" y="4261104"/>
            <a:ext cx="365760" cy="36576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4261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88720" y="421538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 송출 영상 및 화각 확인 후 '다음' 선택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40080" y="4791456"/>
            <a:ext cx="365760" cy="36576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47914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188720" y="4745736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통신 테스트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40080" y="5458968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세부 내용은 시범 설치 후 업데이트 예정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126480" y="114300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1805940"/>
            <a:ext cx="640080" cy="640080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6126480" y="24917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내부 카메라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126480" y="12344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내부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126480" y="384048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4503420"/>
            <a:ext cx="640080" cy="640080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6126480" y="51892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외부 카메라</a:t>
            </a:r>
            <a:endParaRPr lang="en-US" sz="1400" dirty="0"/>
          </a:p>
        </p:txBody>
      </p:sp>
      <p:sp>
        <p:nvSpPr>
          <p:cNvPr id="28" name="Text 24"/>
          <p:cNvSpPr/>
          <p:nvPr/>
        </p:nvSpPr>
        <p:spPr>
          <a:xfrm>
            <a:off x="6126480" y="393192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외부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 설치 방법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9262872" y="411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7 / 8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143000"/>
            <a:ext cx="914400" cy="91440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783080" y="114300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카메라 LED 가리기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전달받은 펜으로 AI 카메라 작동 시 흰 불(LED)이 들어오는 부분을 칠합니다.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40080" y="5120640"/>
            <a:ext cx="5120640" cy="1097280"/>
          </a:xfrm>
          <a:prstGeom prst="roundRect">
            <a:avLst>
              <a:gd name="adj" fmla="val 6667"/>
            </a:avLst>
          </a:prstGeom>
          <a:solidFill>
            <a:srgbClr val="FFF7CC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512064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칠하기 전 보호 테이프 제거 필수!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26480" y="114300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1805940"/>
            <a:ext cx="640080" cy="64008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126480" y="24917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내부 카메라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126480" y="12344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내부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126480" y="384048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4503420"/>
            <a:ext cx="640080" cy="64008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6126480" y="51892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외부 카메라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6126480" y="393192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외부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 설치 방법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9262872" y="411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8 / 8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143000"/>
            <a:ext cx="914400" cy="91440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783080" y="114300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케이블 정리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케이블 노출을 최소화할 수 있도록 선을 깔끔하게 정리합니다.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40080" y="5120640"/>
            <a:ext cx="5120640" cy="1097280"/>
          </a:xfrm>
          <a:prstGeom prst="roundRect">
            <a:avLst>
              <a:gd name="adj" fmla="val 6667"/>
            </a:avLst>
          </a:prstGeom>
          <a:solidFill>
            <a:srgbClr val="FFF7CC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512064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계산대미디어는 매체당 카메라 2대(매장 내부 · 매장 외부)를 각각 동일한 방법으로 설치합니다.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26480" y="114300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1805940"/>
            <a:ext cx="640080" cy="64008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126480" y="24917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내부 카메라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126480" y="12344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내부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126480" y="384048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4503420"/>
            <a:ext cx="640080" cy="64008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6126480" y="51892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외부 카메라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6126480" y="393192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외부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F1F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 완료 확인 사항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822960" y="1810512"/>
            <a:ext cx="384048" cy="384048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810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417320" y="173736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HDMI 분배기 전원부가 USB 어댑터를 통해 콘센트에 연결되어 있는가?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2505456"/>
            <a:ext cx="384048" cy="384048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5054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417320" y="2432304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카메라의 USB 단자가 셋톱박스에 정상적으로 연결되어 있는가?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22960" y="3200400"/>
            <a:ext cx="384048" cy="384048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200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417320" y="3127248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카메라가 TV 밑면 가운데 위치에 단단히 부착되어 있는가?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822960" y="3895344"/>
            <a:ext cx="384048" cy="384048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38953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417320" y="3822192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 설정(화각 확인 · 서버 통신 테스트)이 완료되어 있는가?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822960" y="4590288"/>
            <a:ext cx="384048" cy="384048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45902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17320" y="4517136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보호 테이프 제거 후 카메라 LED 부분을 펜으로 칠했는가?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822960" y="5285232"/>
            <a:ext cx="384048" cy="384048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5285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417320" y="521208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케이블이 외부에 노출되지 않도록 선 정리가 되어 있는가?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822960" y="5980176"/>
            <a:ext cx="384048" cy="384048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" y="5980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417320" y="5907024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(계산대미디어) 매장 내부 · 외부 카메라 2대가 모두 설치되어 있는가?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2026-08-12T08:06:29Z</dcterms:created>
  <dcterms:modified xsi:type="dcterms:W3CDTF">2026-08-12T08:06:29Z</dcterms:modified>
</cp:coreProperties>
</file>