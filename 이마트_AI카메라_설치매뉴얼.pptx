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81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90" y="-6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6423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E900-09D3-488D-07AE-64BE60B89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8EACD-ED99-3ECD-7939-52A48F8F9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A091D-E292-BAE2-84E1-9FD0A8529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28623-2424-9DE5-D1CF-449C51217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8717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685800"/>
            <a:ext cx="5486400" cy="548640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606040"/>
            <a:ext cx="1645920" cy="1645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5120640"/>
            <a:ext cx="1371600" cy="1371600"/>
          </a:xfrm>
          <a:prstGeom prst="ellipse">
            <a:avLst/>
          </a:prstGeom>
          <a:ln w="3175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7818120" y="411480"/>
            <a:ext cx="457200" cy="457200"/>
          </a:xfrm>
          <a:prstGeom prst="ellipse">
            <a:avLst/>
          </a:prstGeom>
          <a:solidFill>
            <a:srgbClr val="3C3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822960" y="822960"/>
            <a:ext cx="320040" cy="320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600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매뉴얼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이마트</a:t>
            </a:r>
            <a:endParaRPr lang="en-US" sz="4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설치 매뉴얼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822960" y="49834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· 계산대미디어  |  단계별 설치 가이드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설치 개요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동선스크린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8단계로 설치 진행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계산대미디어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1228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 1대 + 매장 외부 1대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동선스크린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8단계 순서에 따라 진행해 주세요.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04266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1783080"/>
            <a:ext cx="2916936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136392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136392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작업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3163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783080"/>
            <a:ext cx="2916936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2307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32307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셋톱박스의 USB 포트에 연결합니다.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3"/>
          <a:srcRect l="31070" r="30686" b="6274"/>
          <a:stretch>
            <a:fillRect/>
          </a:stretch>
        </p:blipFill>
        <p:spPr>
          <a:xfrm>
            <a:off x="1332529" y="1783079"/>
            <a:ext cx="2914650" cy="395587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779008"/>
            <a:ext cx="11247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</a:t>
            </a:r>
            <a:r>
              <a:rPr lang="en-US" altLang="ko-KR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]의 [변경] 버튼을 누릅니다.</a:t>
            </a:r>
            <a:endParaRPr lang="en-US" sz="17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21499" y="1783079"/>
            <a:ext cx="6334924" cy="3886201"/>
            <a:chOff x="4521499" y="1783079"/>
            <a:chExt cx="6334924" cy="3886201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633492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1499" y="1783080"/>
              <a:ext cx="6334924" cy="38862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설정 페이지</a:t>
              </a:r>
              <a:endParaRPr lang="en-US" sz="1100" dirty="0"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CB567CDA-BEC8-E053-33E2-D3BD47934EAE}"/>
                </a:ext>
              </a:extLst>
            </p:cNvPr>
            <p:cNvSpPr/>
            <p:nvPr/>
          </p:nvSpPr>
          <p:spPr>
            <a:xfrm>
              <a:off x="9766001" y="1783079"/>
              <a:ext cx="731520" cy="289561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47104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46250" y="4160465"/>
            <a:ext cx="698500" cy="2019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7563889F-87E9-69EA-1C00-130C6122F3F3}"/>
              </a:ext>
            </a:extLst>
          </p:cNvPr>
          <p:cNvCxnSpPr/>
          <p:nvPr/>
        </p:nvCxnSpPr>
        <p:spPr>
          <a:xfrm flipV="1">
            <a:off x="1150620" y="4261457"/>
            <a:ext cx="495300" cy="10099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57E5417-1EB8-B5AD-0531-293EE63D6621}"/>
              </a:ext>
            </a:extLst>
          </p:cNvPr>
          <p:cNvSpPr txBox="1"/>
          <p:nvPr/>
        </p:nvSpPr>
        <p:spPr>
          <a:xfrm>
            <a:off x="250490" y="4261457"/>
            <a:ext cx="108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되감기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60519" y="4938497"/>
            <a:ext cx="698500" cy="201985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270250" y="4938496"/>
            <a:ext cx="698500" cy="201985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6643A919-27A2-3188-E89B-44AD34D133FC}"/>
              </a:ext>
            </a:extLst>
          </p:cNvPr>
          <p:cNvCxnSpPr/>
          <p:nvPr/>
        </p:nvCxnSpPr>
        <p:spPr>
          <a:xfrm flipV="1">
            <a:off x="1150620" y="5234940"/>
            <a:ext cx="678180" cy="289560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05D98F0-A63C-2B38-7C3E-7D5E050B53EE}"/>
              </a:ext>
            </a:extLst>
          </p:cNvPr>
          <p:cNvCxnSpPr>
            <a:cxnSpLocks/>
          </p:cNvCxnSpPr>
          <p:nvPr/>
        </p:nvCxnSpPr>
        <p:spPr>
          <a:xfrm flipV="1">
            <a:off x="1150620" y="5234940"/>
            <a:ext cx="2331720" cy="286295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773C0C2-6255-E81C-A597-2E1F31C1D97A}"/>
              </a:ext>
            </a:extLst>
          </p:cNvPr>
          <p:cNvSpPr txBox="1"/>
          <p:nvPr/>
        </p:nvSpPr>
        <p:spPr>
          <a:xfrm>
            <a:off x="202415" y="5280230"/>
            <a:ext cx="13477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페어링</a:t>
            </a:r>
            <a:endParaRPr lang="en-US" altLang="ko-KR" sz="1400" dirty="0"/>
          </a:p>
          <a:p>
            <a:r>
              <a:rPr lang="en-US" altLang="ko-KR" sz="1400" dirty="0"/>
              <a:t>(</a:t>
            </a:r>
            <a:r>
              <a:rPr lang="ko-KR" altLang="en-US" sz="1400" dirty="0"/>
              <a:t>동시 입력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501574" y="1783080"/>
            <a:ext cx="718580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574" y="1783080"/>
            <a:ext cx="718580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[성별/연령 분석]을 [통행량 + 성별/연령 분석]으로 변경한 뒤 [적용]을 누릅니다.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[설정진행하기]를 누른 뒤, 화각 확인 1에서 [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2에서 [</a:t>
            </a: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</a:t>
            </a:r>
            <a:r>
              <a:rPr lang="en-US" sz="2400" dirty="0" err="1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설정</a:t>
            </a: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 </a:t>
            </a:r>
            <a:r>
              <a:rPr lang="ko-KR" alt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③</a:t>
            </a: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 — </a:t>
            </a:r>
            <a:r>
              <a:rPr lang="ko-KR" alt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위에서 확인한 위치(TV 밑면 가운데)에 AI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</a:t>
            </a:r>
            <a:r>
              <a:rPr lang="en-US" sz="2400" dirty="0" err="1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카메라</a:t>
            </a: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 </a:t>
            </a:r>
            <a:r>
              <a:rPr lang="ko-KR" alt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서버 통신 테스트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의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테스트 진행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 후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적용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Malgun Gothic" pitchFamily="34" charset="0"/>
                <a:ea typeface="Malgun Gothic" pitchFamily="34" charset="-122"/>
              </a:rPr>
              <a:t>● </a:t>
            </a:r>
            <a:r>
              <a:rPr lang="ko-KR" altLang="en-US" sz="1700" dirty="0">
                <a:latin typeface="Malgun Gothic" pitchFamily="34" charset="0"/>
                <a:ea typeface="Malgun Gothic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LED </a:t>
            </a:r>
            <a:r>
              <a:rPr lang="en-US" sz="2400" dirty="0" err="1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가리기</a:t>
            </a: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, </a:t>
            </a:r>
            <a:r>
              <a:rPr lang="ko-KR" alt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02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계산대미디어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동일하며, 매체당 카메라 2대를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(매장 내부 1대 · 매장 외부 1대)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USB 어댑터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셋톱박스의 USB 포트에 연결합니다.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설정 ① 모드 변경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히든키를 입력해 설정 페이지에서 AI 모드를 변경합니다.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 히든키 입력 (되감기 0407)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05079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008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0050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모드의 [변경] 버튼 선택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58114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5354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[통행량 + 성별/연령 분석] 선택 후 [적용]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설정 ② 화각 확인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설정을 진행하며 화각을 확인합니다.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 선택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05079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008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0050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1 → [다음]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58114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5354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2 → [다음]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5111496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5111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50657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시점 화면(Step 3) 확인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부착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시점 화면에서 부착 위치('…변경해 주세요'의 '세요' 글자 아래)를 확인한 뒤, 3M 테이프로 TV 밑면 가운데에 부착합니다.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LED 가리기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페인트 마커로 칠합니다.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필수! 일반 매직(유성펜)은 사용 불가, 반드시 페인트 마커를 사용합니다.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9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케이블 정리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-1554480"/>
            <a:ext cx="3291840" cy="329184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1521440" y="6035040"/>
            <a:ext cx="1463040" cy="1463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설치 완료 확인 사항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179222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전원부가 USB 어댑터를 통해 콘센트에 연결되어 있는가?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48716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43230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단자가 셋톱박스에 정상적으로 연결되어 있는가?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318211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127248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모드가 [통행량 + 성별/연령 분석]으로 변경되어 있는가?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3877056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2296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382219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후 카메라가 화면 정가운데 위치('세요' 글자 아래)에 부착되어 있는가?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451713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필름 제거 후 카메라 LED 부분을 페인트 마커로 칠했는가?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2960" y="526694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22960" y="5266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521208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외부에 노출되지 않도록 선 정리가 되어 있는가?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22960" y="596188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961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17320" y="590702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(계산대미디어) 매장 내부 · 외부 카메라 2대가 모두 설치되어 있는가?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1208</Words>
  <Application>Microsoft Office PowerPoint</Application>
  <PresentationFormat>와이드스크린</PresentationFormat>
  <Paragraphs>240</Paragraphs>
  <Slides>24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HY헤드라인M</vt:lpstr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민우 김</cp:lastModifiedBy>
  <cp:revision>4</cp:revision>
  <dcterms:created xsi:type="dcterms:W3CDTF">2026-08-13T00:07:24Z</dcterms:created>
  <dcterms:modified xsi:type="dcterms:W3CDTF">2026-08-13T00:51:25Z</dcterms:modified>
</cp:coreProperties>
</file>