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685800"/>
            <a:ext cx="5486400" cy="5486400"/>
          </a:xfrm>
          <a:prstGeom prst="ellipse">
            <a:avLst/>
          </a:prstGeom>
          <a:solidFill>
            <a:srgbClr val="FFD40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6920" y="2606040"/>
            <a:ext cx="1645920" cy="16459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0" y="5120640"/>
            <a:ext cx="1371600" cy="1371600"/>
          </a:xfrm>
          <a:prstGeom prst="ellipse">
            <a:avLst/>
          </a:prstGeom>
          <a:ln w="31750">
            <a:solidFill>
              <a:srgbClr val="FFD40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18120" y="411480"/>
            <a:ext cx="457200" cy="457200"/>
          </a:xfrm>
          <a:prstGeom prst="ellipse">
            <a:avLst/>
          </a:prstGeom>
          <a:solidFill>
            <a:srgbClr val="3C3C3C"/>
          </a:solidFill>
          <a:ln/>
        </p:spPr>
      </p:sp>
      <p:sp>
        <p:nvSpPr>
          <p:cNvPr id="6" name="Shape 3"/>
          <p:cNvSpPr/>
          <p:nvPr/>
        </p:nvSpPr>
        <p:spPr>
          <a:xfrm>
            <a:off x="822960" y="822960"/>
            <a:ext cx="320040" cy="32004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2148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600" kern="0" dirty="0">
                <a:solidFill>
                  <a:srgbClr val="FFD4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매뉴얼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22960" y="2606040"/>
            <a:ext cx="7498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이마트</a:t>
            </a:r>
            <a:endParaRPr lang="en-US" sz="4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AI 카메라 설치 매뉴얼</a:t>
            </a:r>
            <a:endParaRPr lang="en-US" sz="4600" dirty="0"/>
          </a:p>
        </p:txBody>
      </p:sp>
      <p:sp>
        <p:nvSpPr>
          <p:cNvPr id="9" name="Text 6"/>
          <p:cNvSpPr/>
          <p:nvPr/>
        </p:nvSpPr>
        <p:spPr>
          <a:xfrm>
            <a:off x="822960" y="498348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· 계산대미디어  |  단계별 설치 가이드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22960" y="6035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설치 담당자용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55680" y="-1005840"/>
            <a:ext cx="2377440" cy="237744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설치 개요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25780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2057400"/>
            <a:ext cx="822960" cy="8229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동선스크린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143000" y="3200400"/>
            <a:ext cx="44805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매체당 AI 카메라 1대 설치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TV 밑면 가운데 위치에 부착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9단계로 설치 진행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309360" y="1645920"/>
            <a:ext cx="525780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720840" y="2057400"/>
            <a:ext cx="822960" cy="8229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1" name="Text 9"/>
          <p:cNvSpPr/>
          <p:nvPr/>
        </p:nvSpPr>
        <p:spPr>
          <a:xfrm>
            <a:off x="6720840" y="2057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772400" y="205740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계산대미디어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812280" y="3200400"/>
            <a:ext cx="44805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매체당 AI 카메라 2대 설치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 1대 + 매장 외부 1대</a:t>
            </a:r>
            <a:endParaRPr lang="en-US" sz="18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방법은 동선스크린과 동일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463040"/>
            <a:ext cx="5669280" cy="5669280"/>
          </a:xfrm>
          <a:prstGeom prst="ellipse">
            <a:avLst/>
          </a:prstGeom>
          <a:ln w="31750">
            <a:solidFill>
              <a:srgbClr val="3C3C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4480560"/>
            <a:ext cx="3108960" cy="31089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4" name="Shape 2"/>
          <p:cNvSpPr/>
          <p:nvPr/>
        </p:nvSpPr>
        <p:spPr>
          <a:xfrm>
            <a:off x="9966960" y="3977640"/>
            <a:ext cx="502920" cy="502920"/>
          </a:xfrm>
          <a:prstGeom prst="ellipse">
            <a:avLst/>
          </a:prstGeom>
          <a:ln w="25400">
            <a:solidFill>
              <a:srgbClr val="FFD4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34440"/>
            <a:ext cx="1554480" cy="1554480"/>
          </a:xfrm>
          <a:prstGeom prst="ellipse">
            <a:avLst/>
          </a:prstGeom>
          <a:solidFill>
            <a:srgbClr val="FFD400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23444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01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동선스크린 AI 카메라 설치 방법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4251960"/>
            <a:ext cx="9326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매체당 AI 카메라 1대를 설치합니다.</a:t>
            </a:r>
            <a:endParaRPr lang="en-US" sz="19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9단계 순서에 따라 진행해 주세요.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HDMI 분배기 전원부 분리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셋톱박스에 연결되어 있는 HDMI 분배기의 전원부(USB 단자)를 분리합니다.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126480" y="1680210"/>
            <a:ext cx="5394960" cy="40462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pic>
        <p:nvPicPr>
          <p:cNvPr id="10" name="Image 0" descr="/tmp/claude-0/-home-user-ars/e10980de-cf93-514e-8d8f-658883089fc8/scratchpad/photos/a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680210"/>
            <a:ext cx="5394960" cy="40462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USB 어댑터 연결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분리한 전원부(USB 단자)를 USB 어댑터에 연결합니다.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126480" y="1143000"/>
            <a:ext cx="5394960" cy="5120640"/>
          </a:xfrm>
          <a:prstGeom prst="roundRect">
            <a:avLst>
              <a:gd name="adj" fmla="val 142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3154680"/>
            <a:ext cx="640080" cy="6400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126480" y="38404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사진을 여기에 넣어 주세요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콘센트 연결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멀티탭을 활용하여 어댑터를 콘센트에 연결합니다.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903720" y="1143000"/>
            <a:ext cx="3840480" cy="5120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pic>
        <p:nvPicPr>
          <p:cNvPr id="10" name="Image 0" descr="/tmp/claude-0/-home-user-ars/e10980de-cf93-514e-8d8f-658883089fc8/scratchpad/photos/a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143000"/>
            <a:ext cx="384048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4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AI 카메라 연결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042666" y="1783080"/>
            <a:ext cx="2914650" cy="3886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pic>
        <p:nvPicPr>
          <p:cNvPr id="9" name="Image 0" descr="/tmp/claude-0/-home-user-ars/e10980de-cf93-514e-8d8f-658883089fc8/scratchpad/photos/a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2666" y="1783080"/>
            <a:ext cx="2914650" cy="3886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3134106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3134106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작업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31636" y="1783080"/>
            <a:ext cx="2914650" cy="3886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pic>
        <p:nvPicPr>
          <p:cNvPr id="13" name="Image 1" descr="/tmp/claude-0/-home-user-ars/e10980de-cf93-514e-8d8f-658883089fc8/scratchpad/photos/a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636" y="1783080"/>
            <a:ext cx="2914650" cy="3886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323076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</p:sp>
      <p:sp>
        <p:nvSpPr>
          <p:cNvPr id="15" name="Text 11"/>
          <p:cNvSpPr/>
          <p:nvPr/>
        </p:nvSpPr>
        <p:spPr>
          <a:xfrm>
            <a:off x="6323076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완료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카메라의 USB 단자를 셋톱박스의 USB 포트에 연결합니다.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5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AI 카메라 설정 ① — 히든키 입력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332529" y="1783080"/>
            <a:ext cx="2914650" cy="3886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pic>
        <p:nvPicPr>
          <p:cNvPr id="9" name="Image 0" descr="/tmp/claude-0/-home-user-ars/e10980de-cf93-514e-8d8f-658883089fc8/scratchpad/photos/b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2529" y="1783080"/>
            <a:ext cx="2914650" cy="3886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423969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1423969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히든키 입력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21499" y="1783080"/>
            <a:ext cx="6334924" cy="3886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pic>
        <p:nvPicPr>
          <p:cNvPr id="13" name="Image 1" descr="/tmp/claude-0/-home-user-ars/e10980de-cf93-514e-8d8f-658883089fc8/scratchpad/photos/b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499" y="1783080"/>
            <a:ext cx="6334924" cy="3886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612939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</p:sp>
      <p:sp>
        <p:nvSpPr>
          <p:cNvPr id="15" name="Text 11"/>
          <p:cNvSpPr/>
          <p:nvPr/>
        </p:nvSpPr>
        <p:spPr>
          <a:xfrm>
            <a:off x="4612939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페이지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리모컨으로 히든키(되감기 0407)를 입력하면 ON AD 셋톱박스 설정 페이지가 열립니다. AI 모드의 [변경] 버튼을 누릅니다.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5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AI 카메라 설정 ① — AI 모드 변경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501574" y="1783080"/>
            <a:ext cx="7185804" cy="3886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pic>
        <p:nvPicPr>
          <p:cNvPr id="9" name="Image 0" descr="/tmp/claude-0/-home-user-ars/e10980de-cf93-514e-8d8f-658883089fc8/scratchpad/photos/b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01574" y="1783080"/>
            <a:ext cx="7185804" cy="3886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[성별/연령 분석]을 [통행량 + 성별/연령 분석]으로 변경한 뒤 [적용]을 누릅니다.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6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6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AI 카메라 설정 ② — 화각 확인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16636" y="2162429"/>
            <a:ext cx="5479946" cy="3127503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pic>
        <p:nvPicPr>
          <p:cNvPr id="9" name="Image 0" descr="/tmp/claude-0/-home-user-ars/e10980de-cf93-514e-8d8f-658883089fc8/scratchpad/photos/b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636" y="2162429"/>
            <a:ext cx="5479946" cy="3127503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08076" y="2253869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608076" y="2253869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 확인 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70902" y="2162429"/>
            <a:ext cx="5401414" cy="3127503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pic>
        <p:nvPicPr>
          <p:cNvPr id="13" name="Image 1" descr="/tmp/claude-0/-home-user-ars/e10980de-cf93-514e-8d8f-658883089fc8/scratchpad/photos/b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0902" y="2162429"/>
            <a:ext cx="5401414" cy="3127503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362342" y="2253869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</p:sp>
      <p:sp>
        <p:nvSpPr>
          <p:cNvPr id="15" name="Text 11"/>
          <p:cNvSpPr/>
          <p:nvPr/>
        </p:nvSpPr>
        <p:spPr>
          <a:xfrm>
            <a:off x="6362342" y="2253869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 확인 2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[AI 카메라 설정]의 [설정진행하기]를 누른 뒤, 화각 확인 1에서 [다음], 화각 확인 2에서 [다음]을 누르면 카메라 시점 화면(Step 3)이 나옵니다. 부착 위치 확인은 다음 단계에서 진행합니다.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7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7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AI 카메라 부착 — 위치 확인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2705899" y="1783080"/>
            <a:ext cx="6777154" cy="3886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pic>
        <p:nvPicPr>
          <p:cNvPr id="9" name="Image 0" descr="/tmp/claude-0/-home-user-ars/e10980de-cf93-514e-8d8f-658883089fc8/scratchpad/photos/b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05899" y="1783080"/>
            <a:ext cx="6777154" cy="3886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369321" y="5280660"/>
            <a:ext cx="372743" cy="349758"/>
          </a:xfrm>
          <a:prstGeom prst="rect">
            <a:avLst/>
          </a:prstGeom>
          <a:ln w="31750">
            <a:solidFill>
              <a:srgbClr val="FF000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시점 화면에서 '카메라 화면을 보며 카메라의 각도를 변경해 주세요' 문구 중 '세요' 글자 바로 아래(빨간 네모 위치)에 카메라를 부착하면 화면 정가운데쯤에 위치하게 됩니다.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7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7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AI 카메라 부착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257640" y="1783080"/>
            <a:ext cx="2185988" cy="3886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pic>
        <p:nvPicPr>
          <p:cNvPr id="9" name="Image 0" descr="/tmp/claude-0/-home-user-ars/e10980de-cf93-514e-8d8f-658883089fc8/scratchpad/photos/a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640" y="1783080"/>
            <a:ext cx="2185988" cy="3886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349080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1349080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 모습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717948" y="1783080"/>
            <a:ext cx="7213364" cy="3886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pic>
        <p:nvPicPr>
          <p:cNvPr id="13" name="Image 1" descr="/tmp/claude-0/-home-user-ars/e10980de-cf93-514e-8d8f-658883089fc8/scratchpad/photos/b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7948" y="1783080"/>
            <a:ext cx="7213364" cy="3886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809388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</p:sp>
      <p:sp>
        <p:nvSpPr>
          <p:cNvPr id="15" name="Text 11"/>
          <p:cNvSpPr/>
          <p:nvPr/>
        </p:nvSpPr>
        <p:spPr>
          <a:xfrm>
            <a:off x="3809388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부착 완료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8521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테이프를 활용하여 위에서 확인한 위치(TV 밑면 가운데)에 AI 카메라를 부착합니다.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8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914400"/>
            <a:ext cx="731520" cy="731520"/>
          </a:xfrm>
          <a:prstGeom prst="ellipse">
            <a:avLst/>
          </a:prstGeom>
          <a:solidFill>
            <a:srgbClr val="FFD400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914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8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645920" y="914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AI 카메라 LED 가리기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392301" y="1783080"/>
            <a:ext cx="6421120" cy="3611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pic>
        <p:nvPicPr>
          <p:cNvPr id="9" name="Image 0" descr="/tmp/claude-0/-home-user-ars/e10980de-cf93-514e-8d8f-658883089fc8/scratchpad/photos/b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2301" y="1783080"/>
            <a:ext cx="6421120" cy="3611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483741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1483741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LED 위치 확인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87741" y="1783080"/>
            <a:ext cx="2708910" cy="3611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pic>
        <p:nvPicPr>
          <p:cNvPr id="13" name="Image 1" descr="/tmp/claude-0/-home-user-ars/e10980de-cf93-514e-8d8f-658883089fc8/scratchpad/photos/c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7741" y="1783080"/>
            <a:ext cx="2708910" cy="361188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179181" y="1874520"/>
            <a:ext cx="1371600" cy="329184"/>
          </a:xfrm>
          <a:prstGeom prst="roundRect">
            <a:avLst>
              <a:gd name="adj" fmla="val 13889"/>
            </a:avLst>
          </a:prstGeom>
          <a:solidFill>
            <a:srgbClr val="1F1F1F">
              <a:alpha val="75000"/>
            </a:srgbClr>
          </a:solidFill>
          <a:ln/>
        </p:spPr>
      </p:sp>
      <p:sp>
        <p:nvSpPr>
          <p:cNvPr id="15" name="Text 11"/>
          <p:cNvSpPr/>
          <p:nvPr/>
        </p:nvSpPr>
        <p:spPr>
          <a:xfrm>
            <a:off x="8179181" y="18745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마커로 칠하기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작동 시 흰 불(LED)이 들어오는 부분을 전달받은 페인트 마커로 칠합니다.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640080" y="63550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20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칠하기 전 보호 필름 제거 필수  ·  일반 매직(유성펜)은 지워지므로 반드시 페인트 마커 사용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동선스크린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9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케이블 정리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 노출을 최소화할 수 있도록 선을 깔끔하게 정리합니다.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126480" y="1143000"/>
            <a:ext cx="5394960" cy="5120640"/>
          </a:xfrm>
          <a:prstGeom prst="roundRect">
            <a:avLst>
              <a:gd name="adj" fmla="val 142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3154680"/>
            <a:ext cx="640080" cy="6400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126480" y="38404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사진을 여기에 넣어 주세요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463040"/>
            <a:ext cx="5669280" cy="5669280"/>
          </a:xfrm>
          <a:prstGeom prst="ellipse">
            <a:avLst/>
          </a:prstGeom>
          <a:ln w="31750">
            <a:solidFill>
              <a:srgbClr val="3C3C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4480560"/>
            <a:ext cx="3108960" cy="31089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4" name="Shape 2"/>
          <p:cNvSpPr/>
          <p:nvPr/>
        </p:nvSpPr>
        <p:spPr>
          <a:xfrm>
            <a:off x="9966960" y="3977640"/>
            <a:ext cx="502920" cy="502920"/>
          </a:xfrm>
          <a:prstGeom prst="ellipse">
            <a:avLst/>
          </a:prstGeom>
          <a:ln w="25400">
            <a:solidFill>
              <a:srgbClr val="FFD4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234440"/>
            <a:ext cx="1554480" cy="1554480"/>
          </a:xfrm>
          <a:prstGeom prst="ellipse">
            <a:avLst/>
          </a:prstGeom>
          <a:solidFill>
            <a:srgbClr val="FFD400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23444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02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계산대미디어 AI 카메라 설치 방법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4251960"/>
            <a:ext cx="9326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방법은 동선스크린과 동일하며, 매체당 카메라 2대를 설치합니다.</a:t>
            </a:r>
            <a:endParaRPr lang="en-US" sz="19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CCCC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(매장 내부 1대 · 매장 외부 1대)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HDMI 분배기 전원부 분리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셋톱박스에 연결되어 있는 HDMI 분배기의 전원부(USB 단자)를 분리합니다.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562356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7CC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56235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USB 어댑터 연결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분리한 전원부(USB 단자)를 USB 어댑터에 연결합니다.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562356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7CC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56235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콘센트 연결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멀티탭을 활용하여 어댑터를 콘센트에 연결합니다.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562356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7CC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56235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AI 카메라 연결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카메라의 USB 단자를 셋톱박스의 USB 포트에 연결합니다.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562356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7CC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56235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AI 카메라 설정 ① 모드 변경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히든키를 입력해 설정 페이지에서 AI 모드를 변경합니다.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3520440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3474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리모컨 히든키 입력 (되감기 0407)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050792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050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400507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모드의 [변경] 버튼 선택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4581144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581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453542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[통행량 + 성별/연령 분석] 선택 후 [적용]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6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AI 카메라 설정 ② 화각 확인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설정을 진행하며 화각을 확인합니다.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3520440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34747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[AI 카메라 설정]의 [설정진행하기] 선택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050792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050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400507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 확인 1 → [다음]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4581144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581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453542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 확인 2 → [다음]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5111496"/>
            <a:ext cx="365760" cy="36576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5111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506577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시점 화면(Step 3) 확인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7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AI 카메라 부착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시점 화면에서 부착 위치('…변경해 주세요'의 '세요' 글자 아래)를 확인한 뒤, 3M 테이프로 TV 밑면 가운데에 부착합니다.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562356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7CC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56235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8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AI 카메라 LED 가리기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 작동 시 흰 불(LED)이 들어오는 부분을 페인트 마커로 칠합니다.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562356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7CC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56235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칠하기 전 보호 필름 제거 필수! 일반 매직(유성펜)은 사용 불가, 반드시 페인트 마커를 사용합니다.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47472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FFD4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47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계산대미디어 설치 방법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9262872" y="3657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9 / 9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188720"/>
            <a:ext cx="960120" cy="960120"/>
          </a:xfrm>
          <a:prstGeom prst="ellipse">
            <a:avLst/>
          </a:prstGeom>
          <a:solidFill>
            <a:srgbClr val="FFD400"/>
          </a:solidFill>
          <a:ln/>
          <a:effectLst>
            <a:outerShdw sx="100000" sy="100000" kx="0" ky="0" algn="bl" rotWithShape="0" blurRad="114300" dist="38100" dir="5400000">
              <a:srgbClr val="666666">
                <a:alpha val="3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1887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1F1F1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74520" y="118872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22222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케이블 정리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" y="251460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 노출을 최소화할 수 있도록 선을 깔끔하게 정리합니다.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40080" y="562356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7CC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56235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계산대미디어는 매체당 카메라 2대(매장 내부 · 매장 외부)를 각각 동일한 방법으로 설치합니다.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26480" y="114300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05940"/>
            <a:ext cx="640080" cy="6400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126480" y="24917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내부 카메라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126480" y="123444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내부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3840480"/>
            <a:ext cx="5394960" cy="2423160"/>
          </a:xfrm>
          <a:prstGeom prst="roundRect">
            <a:avLst>
              <a:gd name="adj" fmla="val 3019"/>
            </a:avLst>
          </a:prstGeom>
          <a:solidFill>
            <a:srgbClr val="F5F5F5"/>
          </a:solidFill>
          <a:ln w="19050">
            <a:solidFill>
              <a:srgbClr val="9AA0A6"/>
            </a:solidFill>
            <a:prstDash val="dash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4503420"/>
            <a:ext cx="640080" cy="6400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126480" y="51892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AA0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사진: 매장 외부 카메라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126480" y="39319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666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외부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698480" y="-1554480"/>
            <a:ext cx="3291840" cy="3291840"/>
          </a:xfrm>
          <a:prstGeom prst="ellipse">
            <a:avLst/>
          </a:prstGeom>
          <a:ln w="31750">
            <a:solidFill>
              <a:srgbClr val="3C3C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521440" y="6035040"/>
            <a:ext cx="1463040" cy="1463040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640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HY헤드라인M" pitchFamily="34" charset="0"/>
                <a:ea typeface="HY헤드라인M" pitchFamily="34" charset="-122"/>
                <a:cs typeface="HY헤드라인M" pitchFamily="34" charset="-120"/>
              </a:rPr>
              <a:t>설치 완료 확인 사항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22960" y="1792224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737360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HDMI 분배기 전원부가 USB 어댑터를 통해 콘센트에 연결되어 있는가?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2487168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17320" y="2432304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카메라의 USB 단자가 셋톱박스에 정상적으로 연결되어 있는가?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" y="3182112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182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17320" y="3127248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모드가 [통행량 + 성별/연령 분석]으로 변경되어 있는가?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" y="3877056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877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17320" y="3822192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화각 확인 후 카메라가 화면 정가운데 위치('세요' 글자 아래)에 부착되어 있는가?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22960" y="4572000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17320" y="4517136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보호 필름 제거 후 카메라 LED 부분을 페인트 마커로 칠했는가?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822960" y="5266944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5266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17320" y="5212080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케이블이 외부에 노출되지 않도록 선 정리가 되어 있는가?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822960" y="5961888"/>
            <a:ext cx="384048" cy="384048"/>
          </a:xfrm>
          <a:prstGeom prst="ellipse">
            <a:avLst/>
          </a:prstGeom>
          <a:solidFill>
            <a:srgbClr val="FFD400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961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F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417320" y="5907024"/>
            <a:ext cx="9966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(계산대미디어) 매장 내부 · 외부 카메라 2대가 모두 설치되어 있는가?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2026-08-13T00:07:24Z</dcterms:created>
  <dcterms:modified xsi:type="dcterms:W3CDTF">2026-08-13T00:07:24Z</dcterms:modified>
</cp:coreProperties>
</file>