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FFD4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353312"/>
            <a:ext cx="585216" cy="5852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이마트 AI 카메라 설치 매뉴얼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개요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각 단계 페이지의 사진 칸에 현장 사진을 넣어 활용해 주세요.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8단계 순서에 따라 진행해 주세요.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순서에 따라 카메라 설정을 진행합니다.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154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 (되감기 0407)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73075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685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 진행하기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2153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송출 영상 및 화각 확인 후 '다음' 선택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79145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745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통신 테스트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4589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세부 내용은 시범 설치 후 업데이트 예정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LED 가리기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전달받은 펜으로 AI 카메라 작동 시 흰 불(LED)이 들어오는 부분을 칠합니다.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테이프 제거 필수!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순서에 따라 카메라 설정을 진행합니다.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154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 (되감기 0407)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73075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685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 진행하기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2153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송출 영상 및 화각 확인 후 '다음' 선택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79145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745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통신 테스트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4589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세부 내용은 시범 설치 후 업데이트 예정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LED 가리기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전달받은 펜으로 AI 카메라 작동 시 흰 불(LED)이 들어오는 부분을 칠합니다.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테이프 제거 필수!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완료 확인 사항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8105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7373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5054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3230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12724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카메라가 TV 밑면 가운데 위치에 단단히 부착되어 있는가?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8953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382219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설정(화각 확인 · 서버 통신 테스트)이 완료되어 있는가?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459028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90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51713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테이프 제거 후 카메라 LED 부분을 펜으로 칠했는가?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528523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52120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98017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980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590702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2026-08-12T03:14:31Z</dcterms:created>
  <dcterms:modified xsi:type="dcterms:W3CDTF">2026-08-12T03:14:31Z</dcterms:modified>
</cp:coreProperties>
</file>